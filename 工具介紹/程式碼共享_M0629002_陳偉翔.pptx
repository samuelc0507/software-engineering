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338" r:id="rId3"/>
    <p:sldId id="408" r:id="rId4"/>
    <p:sldId id="409" r:id="rId5"/>
    <p:sldId id="410" r:id="rId6"/>
    <p:sldId id="425" r:id="rId7"/>
    <p:sldId id="411" r:id="rId8"/>
    <p:sldId id="412" r:id="rId9"/>
    <p:sldId id="413" r:id="rId10"/>
    <p:sldId id="414" r:id="rId11"/>
    <p:sldId id="416" r:id="rId12"/>
    <p:sldId id="417" r:id="rId13"/>
    <p:sldId id="418" r:id="rId14"/>
    <p:sldId id="419" r:id="rId15"/>
    <p:sldId id="420" r:id="rId16"/>
    <p:sldId id="421" r:id="rId17"/>
    <p:sldId id="422" r:id="rId18"/>
    <p:sldId id="423" r:id="rId19"/>
    <p:sldId id="424" r:id="rId20"/>
    <p:sldId id="399" r:id="rId21"/>
  </p:sldIdLst>
  <p:sldSz cx="12192000" cy="6858000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mmy" initials="J" lastIdx="1" clrIdx="0">
    <p:extLst>
      <p:ext uri="{19B8F6BF-5375-455C-9EA6-DF929625EA0E}">
        <p15:presenceInfo xmlns:p15="http://schemas.microsoft.com/office/powerpoint/2012/main" userId="Jimm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60" autoAdjust="0"/>
    <p:restoredTop sz="65111" autoAdjust="0"/>
  </p:normalViewPr>
  <p:slideViewPr>
    <p:cSldViewPr snapToGrid="0">
      <p:cViewPr varScale="1">
        <p:scale>
          <a:sx n="72" d="100"/>
          <a:sy n="72" d="100"/>
        </p:scale>
        <p:origin x="153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51F43-3179-4868-BE95-0A480CF878C3}" type="datetimeFigureOut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D396C-1C50-440F-A627-270885C01B6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783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77D26-F19E-40BF-A344-947F5C2130C0}" type="datetimeFigureOut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CA456-727B-41C2-819E-E69F0ECD1C9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3330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1075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988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324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點</a:t>
            </a:r>
            <a:r>
              <a:rPr lang="en-US" altLang="zh-TW" dirty="0" smtClean="0"/>
              <a:t>new paste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928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01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575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將程式碼貼在</a:t>
            </a:r>
            <a:r>
              <a:rPr lang="en-US" altLang="zh-TW" dirty="0" smtClean="0"/>
              <a:t>new paste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61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229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497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729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933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1431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993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3129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969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0347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720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630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CA456-727B-41C2-819E-E69F0ECD1C9F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81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85CAC-5652-4602-899C-DA36B35456A1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17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15913-49D0-4811-998A-E4E7975F1FC5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08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5C1AA-781E-4EC8-8255-C8D9186C0448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8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EDC82-8CC9-4697-9052-A3843663FD9E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598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E0B8-8246-48E5-89BB-73053C6936D0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38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0BBCD-2D81-4982-BFB1-2AB910122F77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75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A5339-ED29-4AE4-8582-9901D0093E26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1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8EC413E-A709-479A-BF4B-44623B4C087E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350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95474-4F30-4848-9005-6770A4A74C4B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86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8E3B4-F30C-4FAB-82C0-05098EA7F725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89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02EF-DEEA-4A7F-A5F3-C945B5016F7C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544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563794A-9171-4922-BDC9-1D8198A8CA2A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altLang="zh-TW" smtClean="0"/>
              <a:t>CS-NTHU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AC9B341-EB5D-40D6-B1B6-2D23360B19D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627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astebin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stebin.com/bbPHgUAW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ditey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61372" y="2391063"/>
            <a:ext cx="11913986" cy="3272437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73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程式碼共享</a:t>
            </a:r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M0629002</a:t>
            </a:r>
            <a:r>
              <a:rPr lang="zh-TW" alt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陳偉翔</a:t>
            </a:r>
            <a: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20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058400" cy="4761129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Pastebin</a:t>
            </a:r>
            <a:endParaRPr lang="en-US" altLang="zh-TW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Edity</a:t>
            </a:r>
            <a:endParaRPr lang="en-US" altLang="zh-TW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42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115202" cy="4926743"/>
          </a:xfrm>
        </p:spPr>
        <p:txBody>
          <a:bodyPr>
            <a:normAutofit fontScale="55000" lnSpcReduction="2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4600" dirty="0"/>
              <a:t>使用者可以在此網站上任意儲存純文字，例如程式碼</a:t>
            </a:r>
            <a:r>
              <a:rPr lang="zh-TW" altLang="en-US" sz="4600" dirty="0" smtClean="0"/>
              <a:t>、任何</a:t>
            </a:r>
            <a:r>
              <a:rPr lang="zh-TW" altLang="en-US" sz="4600" dirty="0"/>
              <a:t>文字</a:t>
            </a:r>
            <a:r>
              <a:rPr lang="zh-TW" altLang="en-US" sz="4600" dirty="0" smtClean="0"/>
              <a:t>內容</a:t>
            </a:r>
            <a:endParaRPr lang="en-US" altLang="zh-TW" sz="46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46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4600" dirty="0" err="1" smtClean="0"/>
              <a:t>Pastebin</a:t>
            </a:r>
            <a:r>
              <a:rPr lang="en-US" altLang="zh-TW" sz="4600" dirty="0" smtClean="0"/>
              <a:t> </a:t>
            </a:r>
            <a:r>
              <a:rPr lang="zh-TW" altLang="en-US" sz="4600" dirty="0"/>
              <a:t>本身支援的程式</a:t>
            </a:r>
            <a:r>
              <a:rPr lang="zh-TW" altLang="en-US" sz="4600" dirty="0" smtClean="0"/>
              <a:t>語言很多，例如</a:t>
            </a:r>
            <a:r>
              <a:rPr lang="en-US" altLang="zh-TW" sz="4600" dirty="0" smtClean="0"/>
              <a:t>:</a:t>
            </a:r>
            <a:r>
              <a:rPr lang="zh-TW" altLang="en-US" sz="4600" dirty="0" smtClean="0"/>
              <a:t> </a:t>
            </a:r>
            <a:r>
              <a:rPr lang="en-US" altLang="zh-TW" sz="4600" dirty="0" smtClean="0"/>
              <a:t>C/C++</a:t>
            </a:r>
            <a:r>
              <a:rPr lang="zh-TW" altLang="en-US" sz="4600" dirty="0" smtClean="0"/>
              <a:t> </a:t>
            </a:r>
            <a:r>
              <a:rPr lang="en-US" altLang="zh-TW" sz="4600" dirty="0" smtClean="0"/>
              <a:t>,java ,python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4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4600" dirty="0" smtClean="0"/>
              <a:t>程式碼</a:t>
            </a:r>
            <a:r>
              <a:rPr lang="zh-TW" altLang="en-US" sz="4600" dirty="0"/>
              <a:t>貼上後就會自動判斷並加入顏色，以便其他人</a:t>
            </a:r>
            <a:r>
              <a:rPr lang="zh-TW" altLang="en-US" sz="4600" dirty="0" smtClean="0"/>
              <a:t>閱讀</a:t>
            </a:r>
            <a:endParaRPr lang="en-US" altLang="zh-TW" sz="46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4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4600" dirty="0"/>
              <a:t>不需要註冊，開啟 </a:t>
            </a:r>
            <a:r>
              <a:rPr lang="en-US" altLang="zh-TW" sz="4600" dirty="0" err="1"/>
              <a:t>Pastebin</a:t>
            </a:r>
            <a:r>
              <a:rPr lang="en-US" altLang="zh-TW" sz="4600" dirty="0"/>
              <a:t> </a:t>
            </a:r>
            <a:r>
              <a:rPr lang="zh-TW" altLang="en-US" sz="4600" dirty="0"/>
              <a:t>網站後直接把要分享的內容貼上即可產生網址</a:t>
            </a:r>
            <a:endParaRPr lang="en-US" altLang="zh-TW" sz="4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4600" dirty="0" smtClean="0"/>
          </a:p>
          <a:p>
            <a:pPr marL="201168" lvl="1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28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235856" y="2238977"/>
            <a:ext cx="978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linkClick r:id="rId3"/>
              </a:rPr>
              <a:t>https://pastebin.com/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856" y="3109926"/>
            <a:ext cx="9857143" cy="2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3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 fontScale="77500" lnSpcReduction="2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3600" dirty="0"/>
              <a:t>Syntax Highlighting</a:t>
            </a:r>
            <a:r>
              <a:rPr lang="zh-TW" altLang="en-US" sz="3600" dirty="0" smtClean="0"/>
              <a:t>：選</a:t>
            </a:r>
            <a:r>
              <a:rPr lang="zh-TW" altLang="en-US" sz="3600" dirty="0"/>
              <a:t>擇</a:t>
            </a:r>
            <a:r>
              <a:rPr lang="zh-TW" altLang="en-US" sz="3600" dirty="0" smtClean="0"/>
              <a:t>程式碼</a:t>
            </a:r>
            <a:r>
              <a:rPr lang="zh-TW" altLang="en-US" sz="3600" dirty="0" smtClean="0"/>
              <a:t>類型</a:t>
            </a:r>
            <a:endParaRPr lang="en-US" altLang="zh-TW" sz="36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3600" dirty="0"/>
              <a:t>Paste Expiration</a:t>
            </a:r>
            <a:r>
              <a:rPr lang="zh-TW" altLang="en-US" sz="3600" dirty="0"/>
              <a:t>：設定失效時間，預設為無限制（</a:t>
            </a:r>
            <a:r>
              <a:rPr lang="en-US" altLang="zh-TW" sz="3600" dirty="0"/>
              <a:t>Never</a:t>
            </a:r>
            <a:r>
              <a:rPr lang="zh-TW" altLang="en-US" sz="3600" dirty="0"/>
              <a:t>）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97" y="3114921"/>
            <a:ext cx="4409759" cy="2833374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367" y="3308704"/>
            <a:ext cx="4643861" cy="245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8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 fontScale="77500" lnSpcReduction="2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3600" dirty="0" smtClean="0"/>
              <a:t>Paste Exposure</a:t>
            </a:r>
            <a:r>
              <a:rPr lang="zh-TW" altLang="en-US" sz="3600" dirty="0" smtClean="0"/>
              <a:t>：</a:t>
            </a:r>
            <a:r>
              <a:rPr lang="en-US" altLang="zh-TW" sz="3600" dirty="0" smtClean="0"/>
              <a:t>Public</a:t>
            </a:r>
            <a:r>
              <a:rPr lang="zh-TW" altLang="en-US" sz="3600" dirty="0" smtClean="0"/>
              <a:t>（開放）、</a:t>
            </a:r>
            <a:r>
              <a:rPr lang="en-US" altLang="zh-TW" sz="3600" dirty="0" smtClean="0"/>
              <a:t>Unlisted</a:t>
            </a:r>
            <a:r>
              <a:rPr lang="zh-TW" altLang="en-US" sz="3600" dirty="0" smtClean="0"/>
              <a:t>（不列入公開清單）、</a:t>
            </a:r>
            <a:r>
              <a:rPr lang="en-US" altLang="zh-TW" sz="3600" dirty="0" smtClean="0"/>
              <a:t>Private</a:t>
            </a:r>
            <a:r>
              <a:rPr lang="zh-TW" altLang="en-US" sz="3600" dirty="0" smtClean="0"/>
              <a:t>（私人）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3600" dirty="0" smtClean="0"/>
              <a:t>Paste Name / Title</a:t>
            </a:r>
            <a:r>
              <a:rPr lang="zh-TW" altLang="en-US" sz="3600" dirty="0" smtClean="0"/>
              <a:t>：文件名稱、標題</a:t>
            </a:r>
            <a:endParaRPr lang="en-US" altLang="zh-TW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790" y="3951520"/>
            <a:ext cx="5732417" cy="178223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715" y="3475972"/>
            <a:ext cx="4390476" cy="2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0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495" y="1814716"/>
            <a:ext cx="8763444" cy="43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4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821" y="1976777"/>
            <a:ext cx="7565830" cy="4320948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371061" y="2623930"/>
            <a:ext cx="3299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linkClick r:id="rId4"/>
              </a:rPr>
              <a:t>https://pastebin.com/bbPHgUAW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85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18" y="3576692"/>
            <a:ext cx="4570165" cy="180813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801" y="3480060"/>
            <a:ext cx="5256839" cy="2001399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325217" y="2747448"/>
            <a:ext cx="196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作者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838122" y="2847488"/>
            <a:ext cx="1232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非作者</a:t>
            </a:r>
            <a:r>
              <a:rPr lang="en-US" altLang="zh-TW" dirty="0" smtClean="0"/>
              <a:t>: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961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Pastebin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10</a:t>
            </a:fld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895" y="2579420"/>
            <a:ext cx="9971588" cy="301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 fontScale="77500" lnSpcReduction="2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3600" dirty="0" smtClean="0"/>
              <a:t>在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上直接開啟一個全新的網頁編輯專案，網頁需要的檔案建立在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中同步，並從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開啟編輯，利用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和多人線</a:t>
            </a:r>
            <a:r>
              <a:rPr lang="zh-TW" altLang="en-US" sz="3600" dirty="0" smtClean="0"/>
              <a:t>上合作</a:t>
            </a:r>
            <a:r>
              <a:rPr lang="zh-TW" altLang="en-US" sz="3600" dirty="0"/>
              <a:t>編輯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3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3600" dirty="0" smtClean="0"/>
              <a:t>編輯</a:t>
            </a:r>
            <a:r>
              <a:rPr lang="zh-TW" altLang="en-US" sz="3600" dirty="0"/>
              <a:t>在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上已經存在的 </a:t>
            </a:r>
            <a:r>
              <a:rPr lang="en-US" altLang="zh-TW" sz="3600" dirty="0"/>
              <a:t>HTML</a:t>
            </a:r>
            <a:r>
              <a:rPr lang="zh-TW" altLang="en-US" sz="3600" dirty="0"/>
              <a:t>、 </a:t>
            </a:r>
            <a:r>
              <a:rPr lang="en-US" altLang="zh-TW" sz="3600" dirty="0"/>
              <a:t>CSS</a:t>
            </a:r>
            <a:r>
              <a:rPr lang="zh-TW" altLang="en-US" sz="3600" dirty="0"/>
              <a:t>、 </a:t>
            </a:r>
            <a:r>
              <a:rPr lang="en-US" altLang="zh-TW" sz="3600" dirty="0"/>
              <a:t>JavaScript</a:t>
            </a:r>
            <a:r>
              <a:rPr lang="zh-TW" altLang="en-US" sz="3600" dirty="0"/>
              <a:t>、</a:t>
            </a:r>
            <a:r>
              <a:rPr lang="en-US" altLang="zh-TW" sz="3600" dirty="0"/>
              <a:t>XML</a:t>
            </a:r>
            <a:r>
              <a:rPr lang="zh-TW" altLang="en-US" sz="3600" dirty="0"/>
              <a:t>、 </a:t>
            </a:r>
            <a:r>
              <a:rPr lang="en-US" altLang="zh-TW" sz="3600" dirty="0"/>
              <a:t>PHP </a:t>
            </a:r>
            <a:r>
              <a:rPr lang="zh-TW" altLang="en-US" sz="3600" dirty="0"/>
              <a:t>等程式碼檔案。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97281" y="1814716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3" y="1479574"/>
            <a:ext cx="6809524" cy="48000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940103" y="2547747"/>
            <a:ext cx="438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hlinkClick r:id="rId4"/>
              </a:rPr>
              <a:t>http://www.editey.com/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669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 fontScale="62500" lnSpcReduction="2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3600" dirty="0" smtClean="0"/>
              <a:t>進入 </a:t>
            </a:r>
            <a:r>
              <a:rPr lang="en-US" altLang="zh-TW" sz="3600" dirty="0" err="1" smtClean="0"/>
              <a:t>Editey</a:t>
            </a:r>
            <a:r>
              <a:rPr lang="en-US" altLang="zh-TW" sz="3600" dirty="0" smtClean="0"/>
              <a:t> </a:t>
            </a:r>
            <a:r>
              <a:rPr lang="zh-TW" altLang="en-US" sz="3600" dirty="0" smtClean="0"/>
              <a:t>網站</a:t>
            </a:r>
            <a:r>
              <a:rPr lang="zh-TW" altLang="en-US" sz="3600" dirty="0"/>
              <a:t>，選擇右上方的登入，</a:t>
            </a:r>
            <a:r>
              <a:rPr lang="zh-TW" altLang="en-US" sz="3600" dirty="0" smtClean="0"/>
              <a:t>用 </a:t>
            </a:r>
            <a:r>
              <a:rPr lang="en-US" altLang="zh-TW" sz="3600" dirty="0"/>
              <a:t>Google Drive </a:t>
            </a:r>
            <a:r>
              <a:rPr lang="zh-TW" altLang="en-US" sz="3600" dirty="0" smtClean="0"/>
              <a:t>帳號</a:t>
            </a:r>
            <a:r>
              <a:rPr lang="zh-TW" altLang="en-US" sz="3600" dirty="0"/>
              <a:t>登入後，就可以開始</a:t>
            </a:r>
            <a:r>
              <a:rPr lang="zh-TW" altLang="en-US" sz="3600" dirty="0" smtClean="0"/>
              <a:t>透過</a:t>
            </a:r>
            <a:r>
              <a:rPr lang="en-US" altLang="zh-TW" sz="3600" dirty="0" err="1" smtClean="0"/>
              <a:t>Editey</a:t>
            </a:r>
            <a:r>
              <a:rPr lang="en-US" altLang="zh-TW" sz="3600" dirty="0" smtClean="0"/>
              <a:t> </a:t>
            </a:r>
            <a:r>
              <a:rPr lang="zh-TW" altLang="en-US" sz="3600" dirty="0" smtClean="0"/>
              <a:t>新增</a:t>
            </a:r>
            <a:r>
              <a:rPr lang="zh-TW" altLang="en-US" sz="3600" dirty="0"/>
              <a:t>網頁程式碼專案到 </a:t>
            </a:r>
            <a:r>
              <a:rPr lang="en-US" altLang="zh-TW" sz="3600" dirty="0"/>
              <a:t>Google </a:t>
            </a:r>
            <a:r>
              <a:rPr lang="zh-TW" altLang="en-US" sz="3600" dirty="0"/>
              <a:t>雲端硬碟</a:t>
            </a:r>
            <a:r>
              <a:rPr lang="zh-TW" altLang="en-US" sz="3600" dirty="0" smtClean="0"/>
              <a:t>中</a:t>
            </a:r>
            <a:endParaRPr lang="zh-TW" altLang="en-US" sz="3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3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3600" dirty="0" smtClean="0"/>
              <a:t>可以</a:t>
            </a:r>
            <a:r>
              <a:rPr lang="zh-TW" altLang="en-US" sz="3600" dirty="0"/>
              <a:t>選擇新增空白程式碼專案，也可以選擇套用內建的一些網頁模板範本，新增後</a:t>
            </a:r>
            <a:r>
              <a:rPr lang="zh-TW" altLang="en-US" sz="3600" dirty="0" smtClean="0"/>
              <a:t>，</a:t>
            </a:r>
            <a:r>
              <a:rPr lang="en-US" altLang="zh-TW" sz="3600" dirty="0" err="1" smtClean="0"/>
              <a:t>Editey</a:t>
            </a:r>
            <a:r>
              <a:rPr lang="en-US" altLang="zh-TW" sz="3600" dirty="0" smtClean="0"/>
              <a:t> </a:t>
            </a:r>
            <a:r>
              <a:rPr lang="zh-TW" altLang="en-US" sz="3600" dirty="0" smtClean="0"/>
              <a:t>都會</a:t>
            </a:r>
            <a:r>
              <a:rPr lang="zh-TW" altLang="en-US" sz="3600" dirty="0"/>
              <a:t>把網頁需要的 </a:t>
            </a:r>
            <a:r>
              <a:rPr lang="en-US" altLang="zh-TW" sz="3600" dirty="0"/>
              <a:t>HTML</a:t>
            </a:r>
            <a:r>
              <a:rPr lang="zh-TW" altLang="en-US" sz="3600" dirty="0"/>
              <a:t>、 </a:t>
            </a:r>
            <a:r>
              <a:rPr lang="en-US" altLang="zh-TW" sz="3600" dirty="0"/>
              <a:t>CSS </a:t>
            </a:r>
            <a:r>
              <a:rPr lang="zh-TW" altLang="en-US" sz="3600" dirty="0"/>
              <a:t>等相關檔案直接儲存在你的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一個新的網頁資料夾做管理。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36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3600" dirty="0" smtClean="0"/>
              <a:t> </a:t>
            </a:r>
            <a:r>
              <a:rPr lang="en-US" altLang="zh-TW" sz="3600" dirty="0" err="1"/>
              <a:t>Editey</a:t>
            </a:r>
            <a:r>
              <a:rPr lang="en-US" altLang="zh-TW" sz="3600" dirty="0"/>
              <a:t> </a:t>
            </a:r>
            <a:r>
              <a:rPr lang="zh-TW" altLang="en-US" sz="3600" dirty="0" smtClean="0"/>
              <a:t>本身</a:t>
            </a:r>
            <a:r>
              <a:rPr lang="zh-TW" altLang="en-US" sz="3600" dirty="0"/>
              <a:t>並不會儲存你的資料，所有檔案都是儲存在你可以更自由管理的 </a:t>
            </a:r>
            <a:r>
              <a:rPr lang="en-US" altLang="zh-TW" sz="3600" dirty="0"/>
              <a:t>Google Drive </a:t>
            </a:r>
            <a:r>
              <a:rPr lang="zh-TW" altLang="en-US" sz="3600" dirty="0"/>
              <a:t>上</a:t>
            </a:r>
            <a:r>
              <a:rPr lang="zh-TW" altLang="en-US" sz="3600" dirty="0" smtClean="0"/>
              <a:t>， </a:t>
            </a:r>
            <a:r>
              <a:rPr lang="en-US" altLang="zh-TW" sz="3600" dirty="0" err="1"/>
              <a:t>Editey</a:t>
            </a:r>
            <a:r>
              <a:rPr lang="en-US" altLang="zh-TW" sz="3600" dirty="0"/>
              <a:t> </a:t>
            </a:r>
            <a:r>
              <a:rPr lang="zh-TW" altLang="en-US" sz="3600" dirty="0" smtClean="0"/>
              <a:t>只是</a:t>
            </a:r>
            <a:r>
              <a:rPr lang="zh-TW" altLang="en-US" sz="3600" dirty="0"/>
              <a:t>一個線上程式碼</a:t>
            </a:r>
            <a:r>
              <a:rPr lang="zh-TW" altLang="en-US" sz="3600" dirty="0" smtClean="0"/>
              <a:t>編輯器</a:t>
            </a: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65" y="5555006"/>
            <a:ext cx="4846216" cy="121155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592" y="5425950"/>
            <a:ext cx="7039816" cy="134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75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2800" dirty="0" err="1" smtClean="0"/>
              <a:t>Editey</a:t>
            </a:r>
            <a:r>
              <a:rPr lang="zh-TW" altLang="en-US" sz="2800" dirty="0" smtClean="0"/>
              <a:t>這個</a:t>
            </a:r>
            <a:r>
              <a:rPr lang="zh-TW" altLang="en-US" sz="2800" dirty="0"/>
              <a:t>線上網頁程式碼編輯器具備所見即所得的預覽視窗，左方編輯的 </a:t>
            </a:r>
            <a:r>
              <a:rPr lang="en-US" altLang="zh-TW" sz="2800" dirty="0"/>
              <a:t>HTML </a:t>
            </a:r>
            <a:r>
              <a:rPr lang="zh-TW" altLang="en-US" sz="2800" dirty="0"/>
              <a:t>內容，可以在右方的預覽視窗看到結果。</a:t>
            </a: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451" y="3833103"/>
            <a:ext cx="11153688" cy="210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8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2800" dirty="0" smtClean="0"/>
              <a:t>可以</a:t>
            </a:r>
            <a:r>
              <a:rPr lang="zh-TW" altLang="en-US" sz="2800" dirty="0"/>
              <a:t>新增編輯包含 </a:t>
            </a:r>
            <a:r>
              <a:rPr lang="en-US" altLang="zh-TW" sz="2800" dirty="0"/>
              <a:t>HTML</a:t>
            </a:r>
            <a:r>
              <a:rPr lang="zh-TW" altLang="en-US" sz="2800" dirty="0"/>
              <a:t>、 </a:t>
            </a:r>
            <a:r>
              <a:rPr lang="en-US" altLang="zh-TW" sz="2800" dirty="0"/>
              <a:t>JavaScript</a:t>
            </a:r>
            <a:r>
              <a:rPr lang="zh-TW" altLang="en-US" sz="2800" dirty="0"/>
              <a:t>、 </a:t>
            </a:r>
            <a:r>
              <a:rPr lang="en-US" altLang="zh-TW" sz="2800" dirty="0"/>
              <a:t>CSS</a:t>
            </a:r>
            <a:r>
              <a:rPr lang="zh-TW" altLang="en-US" sz="2800" dirty="0"/>
              <a:t>、 </a:t>
            </a:r>
            <a:r>
              <a:rPr lang="en-US" altLang="zh-TW" sz="2800" dirty="0"/>
              <a:t>PHP</a:t>
            </a:r>
            <a:r>
              <a:rPr lang="zh-TW" altLang="en-US" sz="2800" dirty="0"/>
              <a:t>、 </a:t>
            </a:r>
            <a:r>
              <a:rPr lang="en-US" altLang="zh-TW" sz="2800" dirty="0"/>
              <a:t>XML </a:t>
            </a:r>
            <a:r>
              <a:rPr lang="zh-TW" altLang="en-US" sz="2800" dirty="0"/>
              <a:t>等等不同類型的網頁程式碼檔案。</a:t>
            </a: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716" y="3123264"/>
            <a:ext cx="4448754" cy="36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5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 fontScale="925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2800" dirty="0" err="1" smtClean="0"/>
              <a:t>Editey</a:t>
            </a:r>
            <a:r>
              <a:rPr lang="zh-TW" altLang="en-US" sz="2800" dirty="0"/>
              <a:t> </a:t>
            </a:r>
            <a:r>
              <a:rPr lang="zh-TW" altLang="en-US" sz="2800" dirty="0" smtClean="0"/>
              <a:t>可以</a:t>
            </a:r>
            <a:r>
              <a:rPr lang="zh-TW" altLang="en-US" sz="2800" dirty="0"/>
              <a:t>幫助我們透過雲端的方式，編輯已經儲存在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上的其他程式碼檔案，直接利用線上程式碼編輯器就能完成編輯，也經由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同步</a:t>
            </a:r>
            <a:r>
              <a:rPr lang="zh-TW" altLang="en-US" sz="2800" dirty="0" smtClean="0"/>
              <a:t>。</a:t>
            </a:r>
            <a:endParaRPr lang="zh-TW" altLang="en-US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2800" dirty="0"/>
              <a:t>方法是</a:t>
            </a:r>
            <a:r>
              <a:rPr lang="zh-TW" altLang="en-US" sz="2800" dirty="0" smtClean="0"/>
              <a:t>進入 </a:t>
            </a:r>
            <a:r>
              <a:rPr lang="en-US" altLang="zh-TW" sz="2800" dirty="0" err="1"/>
              <a:t>Editey</a:t>
            </a:r>
            <a:r>
              <a:rPr lang="en-US" altLang="zh-TW" sz="2800" dirty="0"/>
              <a:t> </a:t>
            </a:r>
            <a:r>
              <a:rPr lang="zh-TW" altLang="en-US" sz="2800" dirty="0" smtClean="0"/>
              <a:t>網頁</a:t>
            </a:r>
            <a:r>
              <a:rPr lang="zh-TW" altLang="en-US" sz="2800" dirty="0"/>
              <a:t>，拉到中間下面的地方</a:t>
            </a:r>
            <a:r>
              <a:rPr lang="zh-TW" altLang="en-US" sz="2800" dirty="0" smtClean="0"/>
              <a:t>，會</a:t>
            </a:r>
            <a:r>
              <a:rPr lang="zh-TW" altLang="en-US" sz="2800" dirty="0"/>
              <a:t>看到</a:t>
            </a:r>
            <a:r>
              <a:rPr lang="zh-TW" altLang="en-US" sz="2800" dirty="0" smtClean="0"/>
              <a:t>一個 </a:t>
            </a:r>
            <a:r>
              <a:rPr lang="en-US" altLang="zh-TW" sz="2800" dirty="0" err="1"/>
              <a:t>Editey</a:t>
            </a:r>
            <a:r>
              <a:rPr lang="en-US" altLang="zh-TW" sz="2800" dirty="0"/>
              <a:t> Family </a:t>
            </a:r>
            <a:r>
              <a:rPr lang="zh-TW" altLang="en-US" sz="2800" dirty="0" smtClean="0"/>
              <a:t>的</a:t>
            </a:r>
            <a:r>
              <a:rPr lang="zh-TW" altLang="en-US" sz="2800" dirty="0"/>
              <a:t>欄位，這裡包含所有支援編輯的程式碼服務，點擊特定按鈕，就能開啟特定的編輯器，去編輯我們在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上的程式碼。</a:t>
            </a: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74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2800" dirty="0" smtClean="0"/>
              <a:t>把</a:t>
            </a:r>
            <a:r>
              <a:rPr lang="zh-TW" altLang="en-US" sz="2800" dirty="0"/>
              <a:t>網頁</a:t>
            </a:r>
            <a:r>
              <a:rPr lang="zh-TW" altLang="en-US" sz="2800" dirty="0" smtClean="0"/>
              <a:t>程式透過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與多人進行即時的協同合作。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2800" dirty="0" smtClean="0"/>
              <a:t>利用</a:t>
            </a:r>
            <a:r>
              <a:rPr lang="zh-TW" altLang="en-US" sz="2800" dirty="0"/>
              <a:t>和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一樣的方式</a:t>
            </a:r>
            <a:r>
              <a:rPr lang="zh-TW" altLang="en-US" sz="2800" dirty="0" smtClean="0"/>
              <a:t>進行檔案共用，</a:t>
            </a:r>
            <a:r>
              <a:rPr lang="zh-TW" altLang="en-US" sz="2800" dirty="0"/>
              <a:t>然後每個人都在自己的 </a:t>
            </a:r>
            <a:r>
              <a:rPr lang="en-US" altLang="zh-TW" sz="2800" dirty="0"/>
              <a:t>Google Drive </a:t>
            </a:r>
            <a:r>
              <a:rPr lang="zh-TW" altLang="en-US" sz="2800" dirty="0" smtClean="0"/>
              <a:t>連結</a:t>
            </a:r>
            <a:r>
              <a:rPr lang="en-US" altLang="zh-TW" sz="2800" dirty="0" err="1" smtClean="0"/>
              <a:t>Editey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，</a:t>
            </a:r>
            <a:r>
              <a:rPr lang="zh-TW" altLang="en-US" sz="2800" dirty="0"/>
              <a:t>就可以多人一起即時編輯一份程式碼檔案。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2800" dirty="0"/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090" y="4379143"/>
            <a:ext cx="2548006" cy="23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8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zh-TW" altLang="en-US" sz="2800" dirty="0" smtClean="0"/>
              <a:t>擁有聊天室可以即時討論</a:t>
            </a:r>
            <a:endParaRPr lang="zh-TW" altLang="en-US" sz="2800" dirty="0"/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18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96" y="2000398"/>
            <a:ext cx="3962400" cy="476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6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b="1" dirty="0" err="1" smtClean="0">
                <a:latin typeface="Times New Roman" pitchFamily="18" charset="0"/>
                <a:cs typeface="Times New Roman" pitchFamily="18" charset="0"/>
              </a:rPr>
              <a:t>Edity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91263" y="1839817"/>
            <a:ext cx="10524876" cy="4926743"/>
          </a:xfrm>
        </p:spPr>
        <p:txBody>
          <a:bodyPr>
            <a:normAutofit fontScale="92500" lnSpcReduction="10000"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35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2800" dirty="0" err="1" smtClean="0"/>
              <a:t>Editey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也</a:t>
            </a:r>
            <a:r>
              <a:rPr lang="zh-TW" altLang="en-US" sz="2800" dirty="0"/>
              <a:t>利用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內建的檔案版本管理功能，讓我們在修改程式碼後，還可以利用 </a:t>
            </a:r>
            <a:r>
              <a:rPr lang="en-US" altLang="zh-TW" sz="2800" dirty="0"/>
              <a:t>Google Drive </a:t>
            </a:r>
            <a:r>
              <a:rPr lang="zh-TW" altLang="en-US" sz="2800" dirty="0" smtClean="0"/>
              <a:t>的檔案</a:t>
            </a:r>
            <a:r>
              <a:rPr lang="zh-TW" altLang="en-US" sz="2800" dirty="0"/>
              <a:t>版本</a:t>
            </a:r>
            <a:r>
              <a:rPr lang="zh-TW" altLang="en-US" sz="2800" dirty="0" smtClean="0"/>
              <a:t>還原功能</a:t>
            </a:r>
            <a:r>
              <a:rPr lang="zh-TW" altLang="en-US" sz="2800" dirty="0"/>
              <a:t>，隨時回復某一個時間點的</a:t>
            </a:r>
            <a:r>
              <a:rPr lang="zh-TW" altLang="en-US" sz="2800" dirty="0" smtClean="0"/>
              <a:t>程式碼</a:t>
            </a:r>
            <a:endParaRPr lang="zh-TW" altLang="en-US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zh-TW" altLang="en-US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2800" dirty="0" err="1" smtClean="0"/>
              <a:t>Editey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還</a:t>
            </a:r>
            <a:r>
              <a:rPr lang="zh-TW" altLang="en-US" sz="2800" dirty="0"/>
              <a:t>具備可以透過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發佈網頁的功能，</a:t>
            </a:r>
            <a:r>
              <a:rPr lang="zh-TW" altLang="en-US" sz="2800" dirty="0" smtClean="0"/>
              <a:t>但是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的外連政策有所</a:t>
            </a:r>
            <a:r>
              <a:rPr lang="zh-TW" altLang="en-US" sz="2800" dirty="0" smtClean="0"/>
              <a:t>限制，</a:t>
            </a:r>
            <a:endParaRPr lang="en-US" altLang="zh-TW" sz="2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800" dirty="0"/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r>
              <a:rPr lang="en-US" altLang="zh-TW" sz="2800" dirty="0" err="1" smtClean="0"/>
              <a:t>Editey</a:t>
            </a:r>
            <a:r>
              <a:rPr lang="en-US" altLang="zh-TW" sz="2800" dirty="0" smtClean="0"/>
              <a:t> </a:t>
            </a:r>
            <a:r>
              <a:rPr lang="zh-TW" altLang="en-US" sz="2800" dirty="0" smtClean="0"/>
              <a:t>是一個</a:t>
            </a:r>
            <a:r>
              <a:rPr lang="zh-TW" altLang="en-US" sz="2800" dirty="0"/>
              <a:t>好用的、多人協作的、可以透過 </a:t>
            </a:r>
            <a:r>
              <a:rPr lang="en-US" altLang="zh-TW" sz="2800" dirty="0"/>
              <a:t>Google Drive </a:t>
            </a:r>
            <a:r>
              <a:rPr lang="zh-TW" altLang="en-US" sz="2800" dirty="0"/>
              <a:t>雲端同步的程式碼檔案編輯</a:t>
            </a:r>
            <a:r>
              <a:rPr lang="zh-TW" altLang="en-US" sz="2800" dirty="0" smtClean="0"/>
              <a:t>軟體</a:t>
            </a:r>
            <a:endParaRPr lang="zh-TW" altLang="en-US" sz="2800" dirty="0"/>
          </a:p>
          <a:p>
            <a:pPr lv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n"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53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A5339-ED29-4AE4-8582-9901D0093E26}" type="datetime1">
              <a:rPr lang="zh-TW" altLang="en-US" smtClean="0"/>
              <a:pPr/>
              <a:t>2018/4/16</a:t>
            </a:fld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9B341-EB5D-40D6-B1B6-2D23360B19D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988983" y="3017103"/>
            <a:ext cx="10058400" cy="14507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zh-TW" altLang="en-US" sz="9600" dirty="0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779780" y="482601"/>
            <a:ext cx="10058400" cy="223266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9600" dirty="0" smtClean="0"/>
              <a:t>THANK U FOR</a:t>
            </a:r>
            <a:r>
              <a:rPr lang="zh-TW" altLang="en-US" sz="9600" dirty="0" smtClean="0"/>
              <a:t> </a:t>
            </a:r>
            <a:endParaRPr lang="en-US" altLang="zh-TW" sz="9600" dirty="0" smtClean="0"/>
          </a:p>
          <a:p>
            <a:pPr algn="ctr"/>
            <a:r>
              <a:rPr lang="en-US" altLang="zh-TW" sz="9600" dirty="0" smtClean="0"/>
              <a:t> LISTENING!!</a:t>
            </a:r>
            <a:endParaRPr lang="zh-TW" altLang="en-US" sz="9600" dirty="0"/>
          </a:p>
        </p:txBody>
      </p:sp>
    </p:spTree>
    <p:extLst>
      <p:ext uri="{BB962C8B-B14F-4D97-AF65-F5344CB8AC3E}">
        <p14:creationId xmlns:p14="http://schemas.microsoft.com/office/powerpoint/2010/main" val="69154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6973</TotalTime>
  <Words>660</Words>
  <Application>Microsoft Office PowerPoint</Application>
  <PresentationFormat>寬螢幕</PresentationFormat>
  <Paragraphs>216</Paragraphs>
  <Slides>20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新細明體</vt:lpstr>
      <vt:lpstr>Calibri</vt:lpstr>
      <vt:lpstr>Calibri Light</vt:lpstr>
      <vt:lpstr>Times New Roman</vt:lpstr>
      <vt:lpstr>Wingdings</vt:lpstr>
      <vt:lpstr>回顧</vt:lpstr>
      <vt:lpstr>程式碼共享    M0629002 陳偉翔 </vt:lpstr>
      <vt:lpstr> Outline</vt:lpstr>
      <vt:lpstr> Pastebin</vt:lpstr>
      <vt:lpstr> Pastebin</vt:lpstr>
      <vt:lpstr> Pastebin</vt:lpstr>
      <vt:lpstr> Pastebin</vt:lpstr>
      <vt:lpstr> Pastebin</vt:lpstr>
      <vt:lpstr> Pastebin</vt:lpstr>
      <vt:lpstr> Pastebin</vt:lpstr>
      <vt:lpstr> Pastebin</vt:lpstr>
      <vt:lpstr> Edity</vt:lpstr>
      <vt:lpstr> Edity</vt:lpstr>
      <vt:lpstr> Edity</vt:lpstr>
      <vt:lpstr> Edity</vt:lpstr>
      <vt:lpstr> Edity</vt:lpstr>
      <vt:lpstr> Edity</vt:lpstr>
      <vt:lpstr> Edity</vt:lpstr>
      <vt:lpstr> Edity</vt:lpstr>
      <vt:lpstr> Edity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Drosophila Brain Images Analysis System</dc:title>
  <dc:creator>cyulin</dc:creator>
  <cp:lastModifiedBy>urain</cp:lastModifiedBy>
  <cp:revision>545</cp:revision>
  <dcterms:created xsi:type="dcterms:W3CDTF">2015-12-24T08:22:30Z</dcterms:created>
  <dcterms:modified xsi:type="dcterms:W3CDTF">2018-04-16T13:20:22Z</dcterms:modified>
</cp:coreProperties>
</file>