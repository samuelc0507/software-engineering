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73" r:id="rId3"/>
    <p:sldId id="257" r:id="rId4"/>
    <p:sldId id="258" r:id="rId5"/>
    <p:sldId id="259" r:id="rId6"/>
    <p:sldId id="262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9" autoAdjust="0"/>
    <p:restoredTop sz="94333" autoAdjust="0"/>
  </p:normalViewPr>
  <p:slideViewPr>
    <p:cSldViewPr snapToGrid="0">
      <p:cViewPr>
        <p:scale>
          <a:sx n="75" d="100"/>
          <a:sy n="75" d="100"/>
        </p:scale>
        <p:origin x="456" y="-198"/>
      </p:cViewPr>
      <p:guideLst/>
    </p:cSldViewPr>
  </p:slideViewPr>
  <p:outlineViewPr>
    <p:cViewPr>
      <p:scale>
        <a:sx n="33" d="100"/>
        <a:sy n="33" d="100"/>
      </p:scale>
      <p:origin x="0" y="-73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32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0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414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5528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910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50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550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993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779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88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6190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227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846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31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2920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97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4BCE3-B439-435F-95A9-18800DCCD0F2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8F17-1E1D-4FDF-A7F7-204DD70D28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30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qasymphony.com/qtest-trial-qas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1600" y="1280891"/>
            <a:ext cx="9448800" cy="1825096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物件導向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軟體工程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114880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學號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M0629012</a:t>
            </a:r>
          </a:p>
          <a:p>
            <a:pPr algn="ctr"/>
            <a:r>
              <a:rPr lang="zh-TW" altLang="en-US" sz="3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姓名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陳志榮</a:t>
            </a:r>
          </a:p>
        </p:txBody>
      </p:sp>
    </p:spTree>
    <p:extLst>
      <p:ext uri="{BB962C8B-B14F-4D97-AF65-F5344CB8AC3E}">
        <p14:creationId xmlns:p14="http://schemas.microsoft.com/office/powerpoint/2010/main" val="392040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言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無論是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關於溝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設計測試用例，測試執行報告，通知其他團隊成員測試進度等，測試管理工具都是強制性的。即使記錄這些細節的小錯誤也可能導致項目的災難性後果和失敗。因此，為了管理所有這些細節，一些測試管理工具可以非常方便和有用。讓我們看看一些最好的測試管理和質量保證工具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34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目錄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rmAutofit lnSpcReduction="1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帳號</a:t>
            </a:r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申請</a:t>
            </a:r>
          </a:p>
          <a:p>
            <a:pPr marL="457200" lvl="0" indent="-457200">
              <a:buFont typeface="+mj-lt"/>
              <a:buAutoNum type="arabicPeriod"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新增專案</a:t>
            </a:r>
            <a:endParaRPr lang="zh-TW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Manager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功能介紹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Plan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Requirements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Design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Execution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Defects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Reports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89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帳號申請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網址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2"/>
              </a:rPr>
              <a:t>https://www.qasymphony.com/qtest-trial-qascom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2"/>
              </a:rPr>
              <a:t>/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C:\Users\志榮\Downloads\FireShot\註冊1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274"/>
          <a:stretch/>
        </p:blipFill>
        <p:spPr bwMode="auto">
          <a:xfrm>
            <a:off x="685800" y="3185594"/>
            <a:ext cx="5558246" cy="3640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685800" y="3365500"/>
            <a:ext cx="4885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6244046" y="318083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免費授權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685800" y="4180840"/>
            <a:ext cx="1329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4"/>
          <p:cNvSpPr txBox="1"/>
          <p:nvPr/>
        </p:nvSpPr>
        <p:spPr>
          <a:xfrm>
            <a:off x="6244046" y="3869392"/>
            <a:ext cx="2328454" cy="62289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信箱需含有公司行號</a:t>
            </a:r>
            <a:r>
              <a:rPr lang="en-US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/>
            </a:r>
            <a:br>
              <a:rPr lang="en-US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</a:t>
            </a:r>
            <a:r>
              <a:rPr lang="en-US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學生信箱</a:t>
            </a:r>
            <a:endParaRPr lang="zh-TW" sz="20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6"/>
          <p:cNvSpPr txBox="1"/>
          <p:nvPr/>
        </p:nvSpPr>
        <p:spPr>
          <a:xfrm>
            <a:off x="6244046" y="4819786"/>
            <a:ext cx="2061754" cy="36195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zh-TW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填寫一些基本資料</a:t>
            </a:r>
          </a:p>
        </p:txBody>
      </p:sp>
    </p:spTree>
    <p:extLst>
      <p:ext uri="{BB962C8B-B14F-4D97-AF65-F5344CB8AC3E}">
        <p14:creationId xmlns:p14="http://schemas.microsoft.com/office/powerpoint/2010/main" val="13291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帳號申請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帳號申請成功，登入即可使用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qTest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的測試管理平台。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 descr="C:\Users\志榮\Downloads\FireShot\註冊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77120"/>
            <a:ext cx="6781800" cy="356997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字方塊 6"/>
          <p:cNvSpPr txBox="1"/>
          <p:nvPr/>
        </p:nvSpPr>
        <p:spPr>
          <a:xfrm>
            <a:off x="7467600" y="4281130"/>
            <a:ext cx="1612900" cy="36195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zh-TW" altLang="en-US" kern="100" dirty="0" smtClean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選擇</a:t>
            </a:r>
            <a:r>
              <a:rPr lang="zh-TW" altLang="en-US" kern="1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zh-TW" altLang="en-US" kern="1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環境</a:t>
            </a:r>
            <a:endParaRPr lang="zh-TW" kern="1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1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新增專案</a:t>
            </a:r>
            <a:endParaRPr lang="zh-TW" altLang="en-US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點選右上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角的使用者圖像，選擇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Administration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，就可以進入管理專案的頁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Add new project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即可以新增專案可以設定專案的開始日期、結束日期和新增該專案的參與人員。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點選公司名稱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(CHANG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GUNG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UNIVERSITY)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，就可以選擇專案進入管理。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CHANG GUNG UNIVERSITY - Site Settings - JhinRong Chen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" t="11184" r="833" b="53843"/>
          <a:stretch/>
        </p:blipFill>
        <p:spPr>
          <a:xfrm>
            <a:off x="107950" y="4389845"/>
            <a:ext cx="11976100" cy="2311401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>
            <a:off x="165100" y="4917440"/>
            <a:ext cx="1329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9493250" y="5854065"/>
            <a:ext cx="9866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1169650" y="4666615"/>
            <a:ext cx="914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67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qTest</a:t>
            </a:r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Manager</a:t>
            </a:r>
            <a:r>
              <a:rPr lang="zh-TW" altLang="en-US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功能介紹</a:t>
            </a:r>
            <a:endParaRPr lang="zh-TW" altLang="en-US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Plan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Requirements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Design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Execution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Defects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87750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Plan</a:t>
            </a:r>
            <a:endParaRPr lang="zh-TW" altLang="en-US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使用者可以點選左側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Release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創立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一個新的測試計畫，設定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該測試流程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的狀態、起始日期、結束日期、流程描述，之後可以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依照專案需求將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整體測試分為小部分做測試。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qConnect - Sample Project - Test Plan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" t="11359" r="834" b="43099"/>
          <a:stretch/>
        </p:blipFill>
        <p:spPr>
          <a:xfrm>
            <a:off x="88900" y="3746500"/>
            <a:ext cx="12014200" cy="3009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8900" y="4298950"/>
            <a:ext cx="190500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肘形接點 8"/>
          <p:cNvCxnSpPr>
            <a:stCxn id="7" idx="0"/>
          </p:cNvCxnSpPr>
          <p:nvPr/>
        </p:nvCxnSpPr>
        <p:spPr>
          <a:xfrm rot="5400000" flipH="1" flipV="1">
            <a:off x="1381125" y="1311275"/>
            <a:ext cx="1790700" cy="4184650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362450" y="2514600"/>
            <a:ext cx="0" cy="2159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Requirements</a:t>
            </a:r>
            <a:endParaRPr lang="zh-TW" altLang="en-US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使用者可以依照每個頁面需要有的功能，新增需求描述，例如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:Homepage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需要有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Video sections, What’s New sections, Our Solutions sections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，我們可以利用左側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Module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新增一個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Homepage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的功能，再利用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Requirement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增加三個需求描述。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qConnect - Sample Project - Requirement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" t="10991" r="83646" b="50000"/>
          <a:stretch/>
        </p:blipFill>
        <p:spPr>
          <a:xfrm>
            <a:off x="4315369" y="3672690"/>
            <a:ext cx="3561261" cy="31853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315369" y="4381500"/>
            <a:ext cx="351881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724944" y="4381500"/>
            <a:ext cx="351881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肘形接點 7"/>
          <p:cNvCxnSpPr>
            <a:endCxn id="5" idx="1"/>
          </p:cNvCxnSpPr>
          <p:nvPr/>
        </p:nvCxnSpPr>
        <p:spPr>
          <a:xfrm>
            <a:off x="1590675" y="3672690"/>
            <a:ext cx="2724694" cy="823110"/>
          </a:xfrm>
          <a:prstGeom prst="bentConnector3">
            <a:avLst>
              <a:gd name="adj1" fmla="val 1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/>
          <p:cNvCxnSpPr/>
          <p:nvPr/>
        </p:nvCxnSpPr>
        <p:spPr>
          <a:xfrm flipV="1">
            <a:off x="5076825" y="3672690"/>
            <a:ext cx="3333750" cy="823110"/>
          </a:xfrm>
          <a:prstGeom prst="bentConnector3">
            <a:avLst>
              <a:gd name="adj1" fmla="val 10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37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Requirement</a:t>
            </a:r>
            <a:endParaRPr lang="zh-TW" altLang="en-US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新增需求可以標記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該功能的完成狀態與優先權，選擇要將這功能指派給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哪一位人員負責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，還有該功能需要產生的連結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qConnect - Sample Project - Requirement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7" t="32211" r="1274" b="4144"/>
          <a:stretch/>
        </p:blipFill>
        <p:spPr>
          <a:xfrm>
            <a:off x="1938337" y="3362524"/>
            <a:ext cx="8315326" cy="34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8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Requirements</a:t>
            </a:r>
            <a:endParaRPr lang="zh-TW" altLang="en-US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待全部的需求都新增完後，可以看到新的需求有哪些，還有已完成的項目等等。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 descr="qConnect - Sample Project - Requirement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4" t="28753" r="893" b="56226"/>
          <a:stretch/>
        </p:blipFill>
        <p:spPr>
          <a:xfrm>
            <a:off x="1073331" y="3200018"/>
            <a:ext cx="10045337" cy="99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3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Design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依照每個功能，都會有一個測試步驟設計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，選擇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Module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Test Case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，上面兩個功能跟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Requirements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Module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Requirement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差不多功能，主要功能是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，可以讓任何使用者輕鬆簡單的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明白，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測試步驟，依照很個步驟都會有一個對應的預期結果，可以讓測試人員查看是否有達到預期效果。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qConnect - Sample Project - Test Design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7" t="41402" r="1429" b="28950"/>
          <a:stretch/>
        </p:blipFill>
        <p:spPr>
          <a:xfrm>
            <a:off x="333319" y="4441371"/>
            <a:ext cx="11525361" cy="225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8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Execution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依照之前的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Plan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，讓使用者可以區分要先測試哪一個部分的流程，可以利用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Test Cycle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 Test Suite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Add Test Runs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來新增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Case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33633" y="3425190"/>
            <a:ext cx="9724734" cy="34328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62075" y="3724275"/>
            <a:ext cx="1381125" cy="1371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18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Execution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新增完成後，可以在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Suite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查看新增的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case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，即可開始測試有分為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QUICK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RUN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RUN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qConnect - Sample Project - Test Execution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8" t="23866" r="1146" b="20791"/>
          <a:stretch/>
        </p:blipFill>
        <p:spPr>
          <a:xfrm>
            <a:off x="1498600" y="3373655"/>
            <a:ext cx="9194800" cy="348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5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QUICK RUN</a:t>
            </a:r>
            <a:endParaRPr lang="en-US" altLang="zh-TW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使用者可以不用依照測試步驟來進行測試，只要整個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case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測試完成後就給予整個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case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一個評價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(Passed/Failed/Incomplete/Blocked)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qConnect - Sample Project - Test Execution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8" t="28862" r="12812" b="18486"/>
          <a:stretch/>
        </p:blipFill>
        <p:spPr>
          <a:xfrm>
            <a:off x="1555750" y="3378200"/>
            <a:ext cx="90805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3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RUN</a:t>
            </a:r>
            <a:endParaRPr lang="en-US" altLang="zh-TW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試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步驟來進行測試，每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一個測試步驟會給予一個評價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(Passed/Failed/Incomplete/Blocked)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TestPad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" t="6763" r="729" b="43659"/>
          <a:stretch/>
        </p:blipFill>
        <p:spPr>
          <a:xfrm>
            <a:off x="76200" y="3424646"/>
            <a:ext cx="120396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9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Defects</a:t>
            </a:r>
            <a:endParaRPr lang="en-US" altLang="zh-TW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全部測試完成後，可以看目前有的問題嚴重性、優先權和目前問題的處理狀態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qConnect - Sample Project - Defect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2" t="40392" r="833" b="4650"/>
          <a:stretch/>
        </p:blipFill>
        <p:spPr>
          <a:xfrm>
            <a:off x="876300" y="3069045"/>
            <a:ext cx="10439400" cy="363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7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en-US" altLang="zh-TW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Reports</a:t>
            </a:r>
            <a:endParaRPr lang="en-US" altLang="zh-TW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最後依照使用者需求，可以幫忙繪製出各種圖表。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qConnect - Sample Project - Reports - Google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19639" r="81875" b="31552"/>
          <a:stretch/>
        </p:blipFill>
        <p:spPr>
          <a:xfrm>
            <a:off x="7467600" y="2343585"/>
            <a:ext cx="2933700" cy="4357661"/>
          </a:xfrm>
          <a:prstGeom prst="rect">
            <a:avLst/>
          </a:prstGeom>
        </p:spPr>
      </p:pic>
      <p:pic>
        <p:nvPicPr>
          <p:cNvPr id="7" name="圖片 6" descr="qConnect - Sample Project - Reports - Google Chrom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7" t="28286" r="13229" b="12721"/>
          <a:stretch/>
        </p:blipFill>
        <p:spPr>
          <a:xfrm>
            <a:off x="685800" y="3264806"/>
            <a:ext cx="6134100" cy="343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測試管理</a:t>
            </a:r>
            <a:r>
              <a:rPr lang="zh-TW" altLang="en-US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工具比較</a:t>
            </a:r>
            <a:endParaRPr lang="en-US" altLang="zh-TW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qTest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Management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是測試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團隊使用的排名第一的測試管理工具。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qTest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提供易於學習，易於使用，可擴展的測試管理解決方案，使測試人員能夠集中，組織和加速測試管理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特徵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管理需求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需求和相關缺陷之間的完全可追溯性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測試案例庫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輕鬆導入，創建，管理和組織測試案例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執行測試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管理測試週期，創建並執行測試運行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跟踪缺陷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創建自定義查詢來查找缺陷並將結果導出到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Excel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具有高級查詢功能的實時交互式即用型或可定制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測試管理</a:t>
            </a:r>
            <a:r>
              <a:rPr lang="zh-TW" altLang="en-US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工具比較</a:t>
            </a:r>
            <a:endParaRPr lang="en-US" altLang="zh-TW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QA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Complete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是一個全面的測試管理工具，具有企業級功能，但足夠靈活以適應所有現代開發方法。它允許您將手動和自動化測試鏈接到缺陷，需求和任務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特徵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獲取所有測試運行的全面視圖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手動，自動化，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Selenium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優先考慮測試工作並儘早發現高風險缺陷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在需求，測試用例和缺陷之間建立清晰的可追溯性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管理和報告手冊，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Selenium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SOAPUI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TestComplete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54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384093"/>
            <a:ext cx="8610600" cy="1293028"/>
          </a:xfrm>
        </p:spPr>
        <p:txBody>
          <a:bodyPr/>
          <a:lstStyle/>
          <a:p>
            <a:pPr algn="l"/>
            <a:r>
              <a:rPr lang="zh-TW" altLang="en-US" cap="none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測試管理工具比較</a:t>
            </a:r>
            <a:endParaRPr lang="en-US" altLang="zh-TW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677121"/>
            <a:ext cx="10820400" cy="402412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PractiTest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是一款用於手動和自動化測試的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ALM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測試管理工具。它可以全面了解測試過程，並提供對測試結果更深入更廣泛的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理解，它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擁有大量的第三方集成，包括常見的錯誤跟踪和自動化工具，其餘的功能強大的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特徵：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您的手動測試與您的自動化和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流程無縫集成。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重用測試並關聯不同版本和產品的結果。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自定義字段，視圖，權限，問題工作流程等等</a:t>
            </a:r>
          </a:p>
          <a:p>
            <a:pPr marL="0" lvl="0" indent="0" algn="just"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使用高級搜索輕鬆查找您要查找的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內容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96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飛機雲">
  <a:themeElements>
    <a:clrScheme name="飛機雲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飛機雲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飛機雲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TM04033937[[fn=飛機雲]]</Template>
  <TotalTime>330</TotalTime>
  <Words>950</Words>
  <Application>Microsoft Office PowerPoint</Application>
  <PresentationFormat>寬螢幕</PresentationFormat>
  <Paragraphs>86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新細明體</vt:lpstr>
      <vt:lpstr>標楷體</vt:lpstr>
      <vt:lpstr>Arial</vt:lpstr>
      <vt:lpstr>Century Gothic</vt:lpstr>
      <vt:lpstr>Times New Roman</vt:lpstr>
      <vt:lpstr>飛機雲</vt:lpstr>
      <vt:lpstr>物件導向軟體工程 測試報告管理</vt:lpstr>
      <vt:lpstr>前言</vt:lpstr>
      <vt:lpstr>目錄</vt:lpstr>
      <vt:lpstr>帳號申請</vt:lpstr>
      <vt:lpstr>帳號申請</vt:lpstr>
      <vt:lpstr>新增專案</vt:lpstr>
      <vt:lpstr>qTest Manager 功能介紹</vt:lpstr>
      <vt:lpstr>Test Plan</vt:lpstr>
      <vt:lpstr>Requirements</vt:lpstr>
      <vt:lpstr>New Requirement</vt:lpstr>
      <vt:lpstr>Requirements</vt:lpstr>
      <vt:lpstr>Test Design</vt:lpstr>
      <vt:lpstr>Test Execution</vt:lpstr>
      <vt:lpstr>Test Execution</vt:lpstr>
      <vt:lpstr>QUICK RUN</vt:lpstr>
      <vt:lpstr>RUN</vt:lpstr>
      <vt:lpstr>Defects</vt:lpstr>
      <vt:lpstr>Reports</vt:lpstr>
      <vt:lpstr>測試管理工具比較</vt:lpstr>
      <vt:lpstr>測試管理工具比較</vt:lpstr>
      <vt:lpstr>測試管理工具比較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測試報告管理工具 使用者說明手冊</dc:title>
  <dc:creator>peter603peter603@gmail.com</dc:creator>
  <cp:lastModifiedBy>peter603peter603@gmail.com</cp:lastModifiedBy>
  <cp:revision>20</cp:revision>
  <dcterms:created xsi:type="dcterms:W3CDTF">2018-04-16T12:34:21Z</dcterms:created>
  <dcterms:modified xsi:type="dcterms:W3CDTF">2018-04-16T18:27:54Z</dcterms:modified>
</cp:coreProperties>
</file>