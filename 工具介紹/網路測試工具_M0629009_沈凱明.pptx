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57" r:id="rId5"/>
    <p:sldId id="258" r:id="rId6"/>
    <p:sldId id="259" r:id="rId7"/>
    <p:sldId id="260" r:id="rId8"/>
    <p:sldId id="262" r:id="rId9"/>
    <p:sldId id="261" r:id="rId10"/>
    <p:sldId id="263" r:id="rId11"/>
    <p:sldId id="265" r:id="rId12"/>
    <p:sldId id="267" r:id="rId13"/>
    <p:sldId id="264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0.91788" units="1/cm"/>
          <inkml:channelProperty channel="Y" name="resolution" value="31.67155" units="1/cm"/>
          <inkml:channelProperty channel="T" name="resolution" value="1" units="1/dev"/>
        </inkml:channelProperties>
      </inkml:inkSource>
      <inkml:timestamp xml:id="ts0" timeString="2018-04-14T11:56:19.557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5255487-D1DF-4D9B-B76E-11D8E06F8332}" emma:medium="tactile" emma:mode="ink">
          <msink:context xmlns:msink="http://schemas.microsoft.com/ink/2010/main" type="writingRegion" rotatedBoundingBox="3908,7620 7131,7620 7131,8441 3908,8441"/>
        </emma:interpretation>
      </emma:emma>
    </inkml:annotationXML>
    <inkml:traceGroup>
      <inkml:annotationXML>
        <emma:emma xmlns:emma="http://www.w3.org/2003/04/emma" version="1.0">
          <emma:interpretation id="{B28FB1E8-3A38-46A1-AA87-CC1C47BA428E}" emma:medium="tactile" emma:mode="ink">
            <msink:context xmlns:msink="http://schemas.microsoft.com/ink/2010/main" type="paragraph" rotatedBoundingBox="3908,7620 7131,7620 7131,8441 3908,84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875757B-0D5F-42F2-8092-A149093BA30E}" emma:medium="tactile" emma:mode="ink">
              <msink:context xmlns:msink="http://schemas.microsoft.com/ink/2010/main" type="line" rotatedBoundingBox="3908,7620 7131,7620 7131,8441 3908,8441"/>
            </emma:interpretation>
          </emma:emma>
        </inkml:annotationXML>
        <inkml:traceGroup>
          <inkml:annotationXML>
            <emma:emma xmlns:emma="http://www.w3.org/2003/04/emma" version="1.0">
              <emma:interpretation id="{3187DAC6-AA8B-4EDC-B46C-635D987FC24C}" emma:medium="tactile" emma:mode="ink">
                <msink:context xmlns:msink="http://schemas.microsoft.com/ink/2010/main" type="inkWord" rotatedBoundingBox="3908,8426 4494,8426 4494,8441 3908,8441"/>
              </emma:interpretation>
              <emma:one-of disjunction-type="recognition" id="oneOf0">
                <emma:interpretation id="interp0" emma:lang="" emma:confidence="0">
                  <emma:literal>一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_</emma:literal>
                </emma:interpretation>
                <emma:interpretation id="interp3" emma:lang="" emma:confidence="0">
                  <emma:literal>ㄧ</emma:literal>
                </emma:interpretation>
                <emma:interpretation id="interp4" emma:lang="" emma:confidence="0">
                  <emma:literal>」</emma:literal>
                </emma:interpretation>
              </emma:one-of>
            </emma:emma>
          </inkml:annotationXML>
          <inkml:trace contextRef="#ctx0" brushRef="#br0">-1905 806 0,'24'0'234,"0"0"-140,1 0-47,-1 0-31,1 0 15,-1 0 0,1 0 0,-1 0-15,0 0 0,1 0-1,-1 0 16,1 0-15,-1 0 0,0 0-1,1 0 1,-1 0 31,1 0-47,-1 0 31,1 0 16,-1 0-31,0 0-1,1 0 16,-1 0 1,1 0 15</inkml:trace>
        </inkml:traceGroup>
        <inkml:traceGroup>
          <inkml:annotationXML>
            <emma:emma xmlns:emma="http://www.w3.org/2003/04/emma" version="1.0">
              <emma:interpretation id="{730BB682-050D-4308-AB56-B4C115EE4004}" emma:medium="tactile" emma:mode="ink">
                <msink:context xmlns:msink="http://schemas.microsoft.com/ink/2010/main" type="inkWord" rotatedBoundingBox="5813,7620 7131,7620 7131,7644 5813,7644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5167.6313">0 24 0,'24'0'250,"0"0"-234,1 0 15,-1 0 16,1 0 0,-1 0 0,0 0-16,1 0-15,-1 0-1,1 0-15,-1 0 16,1 0 0,-1 0 15,0 0 0,1 0 0,-1 0-15,1 0 15,-1 0-31,1 0 32,23 0-1,-23 0-16,-1 0 17,1 0-17,-1 0 1,1 0 0,-1 0-1,0 0 16,1 0-31,-1 0 32,1 0-1,-1 0-15,1 0-1,-1 0 1,0 0 31,1 0 15,-1 0-31,1 0-15,-1 0 15,0 0 1,1 0-1,-1 0 0,1 0 32,-1 0-32,25 0 0,-25 0-15,1 0-1,-1 0-15,1 0 32,-1 0-1,1 0 31,-1 0-46,0 0 31,-24-24 15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0.91788" units="1/cm"/>
          <inkml:channelProperty channel="Y" name="resolution" value="31.67155" units="1/cm"/>
          <inkml:channelProperty channel="T" name="resolution" value="1" units="1/dev"/>
        </inkml:channelProperties>
      </inkml:inkSource>
      <inkml:timestamp xml:id="ts0" timeString="2018-04-14T11:56:24.00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9108EBB-5146-4B94-802E-F0DD5A5026E9}" emma:medium="tactile" emma:mode="ink">
          <msink:context xmlns:msink="http://schemas.microsoft.com/ink/2010/main" type="inkDrawing" rotatedBoundingBox="11746,15511 13871,15507 13872,15532 11747,15536" shapeName="Other"/>
        </emma:interpretation>
      </emma:emma>
    </inkml:annotationXML>
    <inkml:trace contextRef="#ctx0" brushRef="#br0">0 28 0,'25'0'94,"-1"0"-78,25 0-16,-25 0 15,1 0-15,24 0 16,-25 0-1,1 0-15,-1 0 16,0 0 0,1 0-1,-1 0-15,1 0 16,-1 0-16,49 0 16,-24 0-16,-24 0 15,-1 0-15,0 0 16,1 0-1,-1 0 1,1 0 0,24 0-16,-25 0 15,25 0-15,-25 0 16,1 0-16,-1 0 16,1 0-1,-1 0 1,0 0-1,1 0-15,24 0 16,-25 0-16,1 0 16,-1 0-16,25 0 15,-25 0 1,25 0 15,-24 0-15,-1 0-1,0 0-15,1 0 16,24 0 0,-25 0-1,0 0 17,1 0-17,-1 0-15,1 0 31,-1 0 1,1 0-1,-1 0-15,0 0-16,1 0 31,-1 0 16,1 0-16,-1 0-15,1 0 15,-1 0-16,0 0 17,1 0-17,-1 0 32,1 0 47,-1 0-63,0 0-15,1 0-1,-1 0 17,1 0 15,-1 0-32,1 0 16,-1 0 1,0 0 15,1 0-32,-1 0 32,1 0 156,-25-25-203,24 25 110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0.91788" units="1/cm"/>
          <inkml:channelProperty channel="Y" name="resolution" value="31.67155" units="1/cm"/>
          <inkml:channelProperty channel="T" name="resolution" value="1" units="1/dev"/>
        </inkml:channelProperties>
      </inkml:inkSource>
      <inkml:timestamp xml:id="ts0" timeString="2018-04-14T12:19:33.50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51C1ADA-A814-4751-95CF-EB191587AFE7}" emma:medium="tactile" emma:mode="ink">
          <msink:context xmlns:msink="http://schemas.microsoft.com/ink/2010/main" type="inkDrawing" rotatedBoundingBox="977,13501 3492,13505 3491,13580 976,13577" shapeName="Other"/>
        </emma:interpretation>
      </emma:emma>
    </inkml:annotationXML>
    <inkml:trace contextRef="#ctx0" brushRef="#br0">0 49 0,'24'0'94,"1"0"-79,-1 0 1,0 0-16,1 0 16,-1 0-1,1 0-15,24 0 16,-25 0-1,0 0 1,1 0-16,-1 0 16,1 0-1,-1 0 1,1 0 0,-1 0-1,0 0 1,1 0 15,-1 0-31,1 0 16,24 0-1,-25 0-15,25 0 16,-25 0-16,1 0 16,-1 0-1,0 0 16,1 0-15,-1 0 0,1 0-1,-1 0 1,1 0 15,-1 0-15,25 0-1,-25 0 1,1 0-16,-1 0 16,1 0-16,-1 0 15,0 0 1,1 0 0,-1 0-1,1 0 1,-1 25-16,0-25 31,1 0 47,-1 0-47,1 0-15,-1 0 0,1 0-1,-1 0 1,0 0-16,1 0 31,-1 0-15,1 0-1,-1 0 1,1 0 0,-1 0 15,0 0-15,1 0-16,-1 0 15,1 0 16,-1 0-15,1 0 0,-1 0 15,0 0 16,1 0-32,-1 0 1,1 0-16,-1 0 16,1 0-1,-1 0 1,0 0 0,1 0-1,-1 0 1,1 0-1,-1 0 1,0 0 0,1 0-1,-1-25 1,1 25 15,-1 0 0,1 0-15,-1 0 0,0 0-1,1 0 32,-1 0-16,1 0-15,-1 0 15,1 0 1,-1 0-1,0 0 16,1 0-32,-1 0 32,1-24-16,-1 24 1,0 0-17,1 0 63,-1 0-46,-24-25-17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0.91788" units="1/cm"/>
          <inkml:channelProperty channel="Y" name="resolution" value="31.67155" units="1/cm"/>
          <inkml:channelProperty channel="T" name="resolution" value="1" units="1/dev"/>
        </inkml:channelProperties>
      </inkml:inkSource>
      <inkml:timestamp xml:id="ts0" timeString="2018-04-14T12:19:34.34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582D9D4-8F01-496D-99D5-48FF215F5ED1}" emma:medium="tactile" emma:mode="ink">
          <msink:context xmlns:msink="http://schemas.microsoft.com/ink/2010/main" type="writingRegion" rotatedBoundingBox="13799,3150 13814,3150 13814,3165 13799,3165"/>
        </emma:interpretation>
      </emma:emma>
    </inkml:annotationXML>
    <inkml:traceGroup>
      <inkml:annotationXML>
        <emma:emma xmlns:emma="http://www.w3.org/2003/04/emma" version="1.0">
          <emma:interpretation id="{33677EB1-D4E4-41E5-934E-3EB8597764C9}" emma:medium="tactile" emma:mode="ink">
            <msink:context xmlns:msink="http://schemas.microsoft.com/ink/2010/main" type="paragraph" rotatedBoundingBox="13799,3150 13814,3150 13814,3165 13799,31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0B23F56-B0FE-4D40-A4AE-09C36AAE748A}" emma:medium="tactile" emma:mode="ink">
              <msink:context xmlns:msink="http://schemas.microsoft.com/ink/2010/main" type="line" rotatedBoundingBox="13799,3150 13814,3150 13814,3165 13799,3165"/>
            </emma:interpretation>
          </emma:emma>
        </inkml:annotationXML>
        <inkml:traceGroup>
          <inkml:annotationXML>
            <emma:emma xmlns:emma="http://www.w3.org/2003/04/emma" version="1.0">
              <emma:interpretation id="{9D6BCB1C-BE89-475D-A94C-C8D7CBC29685}" emma:medium="tactile" emma:mode="ink">
                <msink:context xmlns:msink="http://schemas.microsoft.com/ink/2010/main" type="inkWord" rotatedBoundingBox="13799,3150 13814,3150 13814,3165 13799,3165"/>
              </emma:interpretation>
              <emma:one-of disjunction-type="recognition" id="oneOf0">
                <emma:interpretation id="interp0" emma:lang="" emma:confidence="0">
                  <emma:literal>/</emma:literal>
                </emma:interpretation>
                <emma:interpretation id="interp1" emma:lang="" emma:confidence="0">
                  <emma:literal>「</emma:literal>
                </emma:interpretation>
                <emma:interpretation id="interp2" emma:lang="" emma:confidence="0">
                  <emma:literal>“</emma:literal>
                </emma:interpretation>
                <emma:interpretation id="interp3" emma:lang="" emma:confidence="0">
                  <emma:literal>十</emma:literal>
                </emma:interpretation>
                <emma:interpretation id="interp4" emma:lang="" emma:confidence="0">
                  <emma:literal>〔</emma:literal>
                </emma:interpretation>
              </emma:one-of>
            </emma:emma>
          </inkml:annotationXML>
          <inkml:trace contextRef="#ctx0" brushRef="#br0">0 0 0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0.91788" units="1/cm"/>
          <inkml:channelProperty channel="Y" name="resolution" value="31.67155" units="1/cm"/>
          <inkml:channelProperty channel="T" name="resolution" value="1" units="1/dev"/>
        </inkml:channelProperties>
      </inkml:inkSource>
      <inkml:timestamp xml:id="ts0" timeString="2018-04-14T12:35:27.87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CB7A7A4-8A75-4933-81FA-1D5D28B72BFF}" emma:medium="tactile" emma:mode="ink">
          <msink:context xmlns:msink="http://schemas.microsoft.com/ink/2010/main" type="inkDrawing" rotatedBoundingBox="1216,16765 9373,16735 9381,18922 1224,18952" hotPoints="10086,18086 5351,18905 726,17601 5461,16782" semanticType="enclosure" shapeName="Ellipse"/>
        </emma:interpretation>
      </emma:emma>
    </inkml:annotationXML>
    <inkml:trace contextRef="#ctx0" brushRef="#br0">1301 1955 0,'-24'0'62,"0"0"-46,-1 0-1,1 0 1,-1 0 0,1 0-1,-1 0 1,1 0-1,0 0 1,-1 0-16,-24 0 16,25 0-16,-25-24 15,25 24-15,-25-25 16,24 1-16,1 24 16,0-24-16,-25-1 15,24 25-15,1 0 16,-25-24-16,25-1 15,-1 25-15,-24-24 16,25 24-16,-1-25 16,1 25-16,0 0 15,-1-24-15,25 0 16,-24 24-16,-1 0 16,1-25-16,-1 25 15,1-24-15,0-1 16,24 1-16,-49-1 15,24 25-15,1-48 16,0-1-16,-25 0 16,24 0-16,1 0 15,-1 0-15,25 25 16,-24 0-16,24-1 16,0 1-16,0-1 31,0-24-16,0 25-15,0-25 16,49-24-16,-25 0 16,1 24-16,-1 0 15,1 25-15,-1-50 16,25 50-16,-25-1 16,1-23-16,-1 23 15,0-24-15,25 25 16,-24-25-1,-1 49-15,1 0 16,-25-24-16,24 24 16,-24-25-1,24 25-15,25-24 16,-24-1-16,24 25 16,24-49-16,0 25 15,-48 24-15,23-49 16,-23 49-16,24 0 15,0-24-15,-1 24 16,-23 0-16,48-25 16,-24 1-1,0 0-15,0 24 16,-1 0-16,26-25 16,-50 25-16,-24-24 15,25 24-15,23 0 16,-23 0-1,-1 0 1,1 0-16,-1 0 16,0 0-16,1 0 15,-1 0-15,25 0 32,-24 0-32,-1 0 15,0 0-15,1 0 16,-1 0-1,1 0-15,-1 0 16,1 0-16,-1 0 16,25 0-16,0 0 15,-25 0-15,1 0 16,23 0-16,26 0 16,-25 0-16,24 0 15,24 0-15,-23 0 16,-1 0-16,0 0 15,1 0 1,-1 0-16,0 0 16,-24 0-16,24 0 15,-24 0-15,-25 0 16,25-25-16,0 25 16,-24-24-16,23 24 15,26 0-15,-50 0 16,49 0-16,-24 0 15,-24 0-15,24 0 16,-1 0-16,1 0 16,0 0-16,0 0 15,-25 0-15,25 0 16,0 0-16,0 0 16,0 0-16,-25 0 15,25 0-15,-25 0 16,25 0-16,0 0 15,0 0 1,-25 0 0,1 0-1,-1 0 17,1 0-17,-1 0 1,25 0-16,0 0 15,0 0 1,-25 0-16,25 0 16,0 0-16,24 0 15,25 0-15,24 24 16,0-24-16,0 0 16,0 0-16,0 0 15,-49 0-15,1 0 16,-1 0-16,-24 25 15,24-25-15,-24 0 16,0 0-16,24 0 16,-24 0-16,0 0 15,-25 0-15,1 0 16,24 0-16,-25 0 16,0 0-1,1 0-15,-1 0 16,1 0-16,-1 0 15,49 0-15,1 24 16,-26 1-16,26-1 16,-1-24-1,0 24-15,-24-24 16,49 25-16,-25-1 16,0-24-16,-24 25 15,-24-1-15,23 0 16,-23-24-16,-1 0 15,-24 25-15,25-25 16,-1 0-16,-24 24 16,25-24-16,-1 0 31,0 25-15,1-1-1,-1-24 1,1 25-1,-1-25 1,1 24-16,-1-24 16,0 24-16,1 1 15,48-1-15,-24 1 16,-25-1-16,1-24 16,-1 0-16,1 0 15,-25 25-15,24-1 16,0-24-1,1 24 1,-1-24-16,1 25 16,-1-1-1,1-24 1,-1 25 0,25-1-1,-49 1 1,24-25-16,-24 24 15,25-24-15,-25 24 16,24-24 0,0 25-1,-24-1 1,25-24-16,-25 25 16,24 24-16,1-49 15,-25 24-15,0 0 16,24-24-16,-24 25 15,0-1 17,25-24-17,-25 25-15,0-1 16,24 0 0,0 1-16,-24-1 15,25-24-15,-1 25 16,-24-1-1,0 1 1,0-1 15,0 0-15,0 1 0,0-1-16,0 1 15,0-1-15,0 1 16,0-1-16,0 0 15,-24-24-15,24 25 16,0-1 0,-25-24-16,25 25 15,-24 23 1,0-23-16,24-1 16,-49-24-16,49 49 15,-25-24-15,1-1 16,-25 25-16,0 0 15,25-49 1,-1 24-16,25 1 16,-24-25-1,0 24 1,-1-24 0,1 24-16,-1-24 15,1 0-15,-1 49 16,-23-24-16,23-25 15,-24 24-15,25 1 16,-25-25 0,49 24-16,-49-24 15,25 0-15,-1 0 16,-23 24-16,-26 1 16,25-1-16,-24-24 15,0 25-15,-25-1 16,0-24-16,-48 0 15,48 25-15,-48-25 16,72 0-16,-23 0 16,23 0-16,1 0 15,0 0-15,49 0 16,-25 0-16,24 0 16,-24 0-16,1 0 15,-1 0-15,0 0 16,24 0-1,-23 0-15,-1 0 16,-25 0-16,1 0 16,24 0-16,-24 0 15,-25-25-15,25 25 16,-25 0-16,25 0 16,0 0-16,0-24 15,-1 24-15,-23-25 16,23 25-16,1 0 15,24 0-15,25 0 16,-25-24-16,25 24 16,-1 0-16,1 0 15,-1 0-15,1 0 16,-1 0 0,-23 0-1,23 0 1,1 0-1,-1 0-15,1 0 16,-25 0-16,0 0 16,0 0-16,-24 0 15,24 0-15,0 0 16,1 0 0,-1 0-16,24 0 15,1 0-15,-1 0 16,1 0 31,0 0 78,-1 0-110,-24 0-15,-24 0 16,-49 0-16,24 0 16,-24 0-16,24 0 15,1 0-15,-50 0 16,50 0-16,23 0 15,1 0-15,24 0 16,25 0-16,-1 0 16,1 0 46,-1 0 32,1 0-63,0-25-15,-1 25-16,-24-24 15,1 24-15,23-24 16,1 24-16,-1 0 16,1 0-16,-1 0 15,1 0 110,0 0-62,-1 0-48,25-25-15,-24 25 16,-1-24-16,-24 24 16,25 0-16,0 0 15,-25-25-15,24 25 16,1 0-16,-1 0 16,1 0-16,0 0 15,24-24 1,-25 24-1,1 0 142,-1 0-110,1 0-16,-1 0 0,1 0-15,0 0-16,-1 0 31,1 0-15,-1 0-1,1 0 1,0 0-1,-1 0 1,1 0 0,-1 0-1,25 24-15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200" units="cm"/>
          <inkml:channel name="Y" type="integer" max="1125" units="cm"/>
          <inkml:channel name="T" type="integer" max="2.14748E9" units="dev"/>
        </inkml:traceFormat>
        <inkml:channelProperties>
          <inkml:channelProperty channel="X" name="resolution" value="122.09303" units="1/cm"/>
          <inkml:channelProperty channel="Y" name="resolution" value="58.29016" units="1/cm"/>
          <inkml:channelProperty channel="T" name="resolution" value="1" units="1/dev"/>
        </inkml:channelProperties>
      </inkml:inkSource>
      <inkml:timestamp xml:id="ts0" timeString="2018-04-17T13:03:31.705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0,'51'0'141,"27"0"-141,-52 0 15,26 0-15,0 0 16,0 0-16,25 0 15,-51 0-15,0 0 16,0 0-16,26 0 16,26 0-1,-26 0-15,51 0 16,1 0-16,0 26 16,-27 0-1,1-26-15,-26 0 16,-26 0-16,26 0 15,-26 0-15,0 0 16,-1 0-16,1 0 16,0 0-1,26 0-15,0 26 16,26 0-16,-26-26 16,-27 0-16,53 0 15,-26 0-15,-26 0 16,78 0-16,-27 0 15,53 0-15,0 0 16,-1 0-16,1 0 16,-27 0-16,1 0 15,-52 0-15,26 0 16,-1 0-16,-25 0 16,26 0-16,-26 0 15,-26 0-15,26 0 16,-26 0-16,25 0 15,-25 0-15,0 0 16,26 0-16,-26 0 16,26 0-1,0 0 1,0 0 0,-27 0-16,27 0 15,0 0-15,26 0 16,0 0-16,-52 0 15,51 0-15,1 0 16,-26 0-16,26 0 16,-1 0-16,-25 0 15,26 0-15,26 0 16,-1 0-16,-51 0 16,26 0-16,0 0 15,-26 0-15,25 0 16,27 0-16,-52 0 15,26 0-15,-1 0 16,-25 0-16,78 25 16,-27 1-16,53 0 15,-52 0-15,-27-26 16,27 0-16,0 0 16,25 0-16,-25 0 15,-26 0 1,-1 0-16,27 0 15,-78 0-15,26 0 16,26 0-16,-52 0 16,25 0-16,-25 0 15,0 0 1,0 0-16,26 0 16,0 0-16,-26 0 15,26 0-15,-27 0 16,1 0-16,0 0 15,0 0-15,0 0 16,0 0-16,26 0 16,0 0-1,-26 0-15,51 26 16,-25 0-16,0-26 16,-26 0-1,0 0-15,0 0 16,0 0-16,0 0 15,0 0-15,0 0 16,-1 0 0,1 0-16,26 0 15,-26 0 1,0 0-16,0 0 16,0 0-16,0 0 15,26 0-15,-26 0 16,51 0-16,-51 0 15,26 0-15,26 0 16,-52 0-16,26 0 16,-1 0-16,-25 0 15,0 0-15,0 0 16,0 0 46,0 0-46,0 0 31,0 0-31,0 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9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4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4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7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1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24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62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7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5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947DF-03AB-44DE-A0E5-B5CB627EB3D9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AB7BB-42E3-4586-B8DF-68CE9D31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inpcap.org/default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customXml" Target="../ink/ink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customXml" Target="../ink/ink4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perf.fr/iperf-download.ph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軟體工程報告</a:t>
            </a:r>
            <a:r>
              <a:rPr lang="en-US" altLang="zh-TW" sz="5400" dirty="0"/>
              <a:t>-</a:t>
            </a:r>
            <a:r>
              <a:rPr lang="zh-TW" altLang="en-US" sz="5400" dirty="0"/>
              <a:t>網路測試工具</a:t>
            </a:r>
            <a:endParaRPr lang="en-US" sz="5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M0629009</a:t>
            </a:r>
          </a:p>
          <a:p>
            <a:r>
              <a:rPr lang="zh-TW" altLang="en-US" dirty="0"/>
              <a:t>沈凱明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93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39451-FF99-4CDA-B634-48376F03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介紹的軟體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50559A-E29C-4283-9C70-268C14E37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封包監測軟體 </a:t>
            </a:r>
            <a:r>
              <a:rPr lang="en-US" altLang="zh-TW" dirty="0"/>
              <a:t>: </a:t>
            </a:r>
            <a:r>
              <a:rPr lang="en-US" altLang="zh-TW" dirty="0" err="1"/>
              <a:t>windump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壓力測試軟體 </a:t>
            </a:r>
            <a:r>
              <a:rPr lang="en-US" altLang="zh-TW" dirty="0"/>
              <a:t>: </a:t>
            </a:r>
            <a:r>
              <a:rPr lang="en-US" altLang="zh-TW" dirty="0" err="1"/>
              <a:t>iperf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09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5EC081-AA8D-424E-BC3E-47865458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</a:t>
            </a:r>
            <a:r>
              <a:rPr lang="en-US" altLang="zh-TW" dirty="0"/>
              <a:t>WINDUMP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 err="1"/>
              <a:t>iperf</a:t>
            </a:r>
            <a:r>
              <a:rPr lang="en-US" altLang="zh-TW" dirty="0"/>
              <a:t> </a:t>
            </a:r>
            <a:r>
              <a:rPr lang="zh-TW" altLang="en-US" dirty="0"/>
              <a:t>的理由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1E7510-E6A5-4AA6-B5C2-DCC39A205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因為不是所有的作業環境都有</a:t>
            </a:r>
            <a:r>
              <a:rPr lang="en-US" altLang="zh-TW" dirty="0"/>
              <a:t>GUI</a:t>
            </a:r>
          </a:p>
          <a:p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輕量化 </a:t>
            </a:r>
            <a:r>
              <a:rPr lang="en-US" altLang="zh-TW" dirty="0"/>
              <a:t>WINDUMP</a:t>
            </a:r>
            <a:r>
              <a:rPr lang="zh-TW" altLang="en-US" dirty="0"/>
              <a:t> </a:t>
            </a:r>
            <a:r>
              <a:rPr lang="en-US" altLang="zh-TW" dirty="0"/>
              <a:t>556KB</a:t>
            </a:r>
            <a:r>
              <a:rPr lang="zh-TW" altLang="en-US" dirty="0"/>
              <a:t> </a:t>
            </a:r>
            <a:r>
              <a:rPr lang="en-US" altLang="zh-TW" dirty="0"/>
              <a:t>+WINPCAP</a:t>
            </a:r>
            <a:r>
              <a:rPr lang="zh-TW" altLang="en-US" dirty="0"/>
              <a:t> </a:t>
            </a:r>
            <a:r>
              <a:rPr lang="en-US" altLang="zh-TW" dirty="0"/>
              <a:t>893KB</a:t>
            </a:r>
            <a:r>
              <a:rPr lang="zh-TW" altLang="en-US" dirty="0"/>
              <a:t> </a:t>
            </a:r>
            <a:r>
              <a:rPr lang="en-US" altLang="zh-TW" dirty="0"/>
              <a:t>VS</a:t>
            </a:r>
            <a:r>
              <a:rPr lang="zh-TW" altLang="en-US" dirty="0"/>
              <a:t> </a:t>
            </a:r>
            <a:r>
              <a:rPr lang="en-US" altLang="zh-TW" dirty="0"/>
              <a:t>WIRESHARK</a:t>
            </a:r>
            <a:r>
              <a:rPr lang="zh-TW" altLang="en-US" dirty="0"/>
              <a:t> </a:t>
            </a:r>
            <a:r>
              <a:rPr lang="en-US" altLang="zh-TW" dirty="0"/>
              <a:t>55MB</a:t>
            </a:r>
          </a:p>
          <a:p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/>
              <a:t>免費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21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WINDUMP</a:t>
            </a:r>
            <a:r>
              <a:rPr lang="zh-TW" altLang="en-US" dirty="0"/>
              <a:t> 安裝流程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先安裝</a:t>
            </a:r>
            <a:r>
              <a:rPr lang="en-US" altLang="zh-TW" dirty="0" err="1"/>
              <a:t>winpcap</a:t>
            </a:r>
            <a:endParaRPr lang="en-US" altLang="zh-TW" dirty="0"/>
          </a:p>
          <a:p>
            <a:pPr lvl="1"/>
            <a:r>
              <a:rPr lang="en-US" dirty="0">
                <a:hlinkClick r:id="rId2"/>
              </a:rPr>
              <a:t>https://www.winpcap.org/default.htm</a:t>
            </a:r>
            <a:endParaRPr lang="en-US" dirty="0"/>
          </a:p>
          <a:p>
            <a:r>
              <a:rPr lang="en-US" altLang="zh-TW" dirty="0"/>
              <a:t>2.</a:t>
            </a:r>
            <a:r>
              <a:rPr lang="zh-TW" altLang="en-US" dirty="0"/>
              <a:t>再載</a:t>
            </a:r>
            <a:r>
              <a:rPr lang="en-US" altLang="zh-TW" dirty="0" err="1"/>
              <a:t>windump</a:t>
            </a:r>
            <a:endParaRPr lang="en-US" altLang="zh-TW" dirty="0"/>
          </a:p>
          <a:p>
            <a:pPr lvl="1"/>
            <a:r>
              <a:rPr lang="en-US" altLang="zh-TW" dirty="0"/>
              <a:t>https://www.winpcap.org/windump/</a:t>
            </a:r>
          </a:p>
          <a:p>
            <a:r>
              <a:rPr lang="en-US" altLang="zh-TW" dirty="0"/>
              <a:t>3.</a:t>
            </a:r>
            <a:r>
              <a:rPr lang="zh-TW" altLang="en-US" dirty="0"/>
              <a:t>把載好的</a:t>
            </a:r>
            <a:r>
              <a:rPr lang="en-US" altLang="zh-TW" dirty="0"/>
              <a:t>windump.exe </a:t>
            </a:r>
            <a:r>
              <a:rPr lang="zh-TW" altLang="en-US" dirty="0"/>
              <a:t>移到方便的資料夾中</a:t>
            </a:r>
            <a:endParaRPr lang="en-US" altLang="zh-TW" dirty="0"/>
          </a:p>
          <a:p>
            <a:pPr lvl="1"/>
            <a:r>
              <a:rPr lang="zh-TW" altLang="en-US" dirty="0"/>
              <a:t>這裡以</a:t>
            </a:r>
            <a:r>
              <a:rPr lang="en-US" altLang="zh-TW" dirty="0"/>
              <a:t>C</a:t>
            </a:r>
            <a:r>
              <a:rPr lang="zh-TW" altLang="en-US" dirty="0"/>
              <a:t>槽舉例 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1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開啟命令提示字元 </a:t>
            </a:r>
            <a:r>
              <a:rPr lang="en-US" altLang="zh-TW" dirty="0"/>
              <a:t>CD</a:t>
            </a:r>
            <a:r>
              <a:rPr lang="zh-TW" altLang="en-US" dirty="0"/>
              <a:t>到你的資料夾 </a:t>
            </a:r>
            <a:r>
              <a:rPr lang="en-US" altLang="zh-TW" dirty="0"/>
              <a:t>DIR</a:t>
            </a: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008" y="1825624"/>
            <a:ext cx="9200427" cy="47598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筆跡 5"/>
              <p14:cNvContentPartPr/>
              <p14:nvPr/>
            </p14:nvContentPartPr>
            <p14:xfrm>
              <a:off x="1406935" y="2743338"/>
              <a:ext cx="1160640" cy="290520"/>
            </p14:xfrm>
          </p:contentPart>
        </mc:Choice>
        <mc:Fallback xmlns="">
          <p:pic>
            <p:nvPicPr>
              <p:cNvPr id="6" name="筆跡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8655" y="2735058"/>
                <a:ext cx="11772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筆跡 8"/>
              <p14:cNvContentPartPr/>
              <p14:nvPr/>
            </p14:nvContentPartPr>
            <p14:xfrm>
              <a:off x="4228975" y="5581938"/>
              <a:ext cx="765360" cy="10440"/>
            </p14:xfrm>
          </p:contentPart>
        </mc:Choice>
        <mc:Fallback xmlns="">
          <p:pic>
            <p:nvPicPr>
              <p:cNvPr id="9" name="筆跡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20695" y="5573658"/>
                <a:ext cx="781920" cy="2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362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Windump</a:t>
            </a:r>
            <a:r>
              <a:rPr lang="en-US" dirty="0"/>
              <a:t> –D </a:t>
            </a:r>
            <a:r>
              <a:rPr lang="zh-TW" altLang="en-US" dirty="0"/>
              <a:t>顯示你的網路設備</a:t>
            </a: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94051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91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windump</a:t>
            </a:r>
            <a:r>
              <a:rPr lang="en-US" dirty="0"/>
              <a:t> –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zh-TW" altLang="en-US" dirty="0"/>
              <a:t> 開始監聽你的第</a:t>
            </a:r>
            <a:r>
              <a:rPr lang="en-US" altLang="zh-TW" dirty="0"/>
              <a:t>(</a:t>
            </a:r>
            <a:r>
              <a:rPr lang="zh-TW" altLang="en-US" dirty="0"/>
              <a:t>整數</a:t>
            </a:r>
            <a:r>
              <a:rPr lang="en-US" altLang="zh-TW" dirty="0"/>
              <a:t>)</a:t>
            </a:r>
            <a:r>
              <a:rPr lang="zh-TW" altLang="en-US" dirty="0"/>
              <a:t>個設備 </a:t>
            </a:r>
            <a:r>
              <a:rPr lang="en-US" altLang="zh-TW" dirty="0"/>
              <a:t>or </a:t>
            </a:r>
            <a:r>
              <a:rPr lang="en-US" altLang="zh-TW" dirty="0" err="1"/>
              <a:t>windump</a:t>
            </a:r>
            <a:r>
              <a:rPr lang="en-US" altLang="zh-TW" dirty="0"/>
              <a:t> </a:t>
            </a:r>
            <a:r>
              <a:rPr lang="zh-TW" altLang="en-US" dirty="0"/>
              <a:t>直接監聽你的第一個設備</a:t>
            </a: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768724"/>
            <a:ext cx="9670826" cy="5032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筆跡 8"/>
              <p14:cNvContentPartPr/>
              <p14:nvPr/>
            </p14:nvContentPartPr>
            <p14:xfrm>
              <a:off x="351775" y="4861980"/>
              <a:ext cx="905760" cy="35280"/>
            </p14:xfrm>
          </p:contentPart>
        </mc:Choice>
        <mc:Fallback xmlns="">
          <p:pic>
            <p:nvPicPr>
              <p:cNvPr id="9" name="筆跡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495" y="4853700"/>
                <a:ext cx="9223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筆跡 9"/>
              <p14:cNvContentPartPr/>
              <p14:nvPr/>
            </p14:nvContentPartPr>
            <p14:xfrm>
              <a:off x="4967695" y="1134180"/>
              <a:ext cx="360" cy="360"/>
            </p14:xfrm>
          </p:contentPart>
        </mc:Choice>
        <mc:Fallback xmlns="">
          <p:pic>
            <p:nvPicPr>
              <p:cNvPr id="10" name="筆跡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9415" y="1125900"/>
                <a:ext cx="16920" cy="1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5080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</a:t>
            </a:r>
            <a:r>
              <a:rPr lang="en-US" altLang="zh-TW" dirty="0"/>
              <a:t>ctrl c </a:t>
            </a:r>
            <a:r>
              <a:rPr lang="zh-TW" altLang="en-US" dirty="0"/>
              <a:t>退出監聽 並顯示監聽結果</a:t>
            </a: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838" y="1825624"/>
            <a:ext cx="9635193" cy="50138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筆跡 5"/>
              <p14:cNvContentPartPr/>
              <p14:nvPr/>
            </p14:nvContentPartPr>
            <p14:xfrm>
              <a:off x="437095" y="6022218"/>
              <a:ext cx="2939400" cy="794160"/>
            </p14:xfrm>
          </p:contentPart>
        </mc:Choice>
        <mc:Fallback xmlns="">
          <p:pic>
            <p:nvPicPr>
              <p:cNvPr id="6" name="筆跡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815" y="6013938"/>
                <a:ext cx="2955960" cy="8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6974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windump</a:t>
            </a:r>
            <a:r>
              <a:rPr lang="en-US" b="1" dirty="0"/>
              <a:t> -</a:t>
            </a:r>
            <a:r>
              <a:rPr lang="en-US" b="1" dirty="0" err="1"/>
              <a:t>i</a:t>
            </a:r>
            <a:r>
              <a:rPr lang="en-US" b="1" dirty="0"/>
              <a:t> 1 </a:t>
            </a:r>
            <a:r>
              <a:rPr lang="en-US" b="1" dirty="0" err="1"/>
              <a:t>tcp</a:t>
            </a:r>
            <a:r>
              <a:rPr lang="en-US" b="1" dirty="0"/>
              <a:t> </a:t>
            </a: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424" y="1825624"/>
            <a:ext cx="9588584" cy="502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1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windump</a:t>
            </a:r>
            <a:r>
              <a:rPr lang="en-US" b="1" dirty="0"/>
              <a:t> -</a:t>
            </a:r>
            <a:r>
              <a:rPr lang="en-US" b="1" dirty="0" err="1"/>
              <a:t>i</a:t>
            </a:r>
            <a:r>
              <a:rPr lang="en-US" b="1" dirty="0"/>
              <a:t> 1 </a:t>
            </a:r>
            <a:r>
              <a:rPr lang="en-US" b="1" dirty="0" err="1"/>
              <a:t>tcp</a:t>
            </a:r>
            <a:r>
              <a:rPr lang="en-US" b="1" dirty="0"/>
              <a:t>  port 1</a:t>
            </a: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762" y="1825625"/>
            <a:ext cx="9518245" cy="49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監聽與特定</a:t>
            </a:r>
            <a:r>
              <a:rPr lang="en-US" altLang="zh-TW" dirty="0"/>
              <a:t>IP</a:t>
            </a:r>
            <a:r>
              <a:rPr lang="zh-TW" altLang="en-US" dirty="0"/>
              <a:t>之間的封包 </a:t>
            </a:r>
            <a:r>
              <a:rPr lang="en-US" altLang="zh-TW" dirty="0"/>
              <a:t>–n host</a:t>
            </a: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1692" y="1825625"/>
            <a:ext cx="83686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32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or not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windump</a:t>
            </a:r>
            <a:r>
              <a:rPr lang="en-US" dirty="0"/>
              <a:t> –n host 192.168.1.2 and </a:t>
            </a:r>
            <a:r>
              <a:rPr lang="en-US" dirty="0" err="1"/>
              <a:t>udp</a:t>
            </a:r>
            <a:r>
              <a:rPr lang="en-US" dirty="0"/>
              <a:t> port 514 </a:t>
            </a:r>
          </a:p>
          <a:p>
            <a:endParaRPr lang="en-US" altLang="zh-TW" dirty="0"/>
          </a:p>
          <a:p>
            <a:r>
              <a:rPr lang="zh-TW" altLang="en-US" dirty="0"/>
              <a:t>只抓關於主機</a:t>
            </a:r>
            <a:r>
              <a:rPr lang="en-US" altLang="zh-TW" dirty="0"/>
              <a:t>192.168.1.2</a:t>
            </a:r>
            <a:r>
              <a:rPr lang="zh-TW" altLang="en-US" dirty="0"/>
              <a:t>上</a:t>
            </a:r>
            <a:r>
              <a:rPr lang="en-US" dirty="0" err="1"/>
              <a:t>udp</a:t>
            </a:r>
            <a:r>
              <a:rPr lang="zh-TW" altLang="en-US" dirty="0"/>
              <a:t>協定埠為</a:t>
            </a:r>
            <a:r>
              <a:rPr lang="en-US" altLang="zh-TW" dirty="0"/>
              <a:t>514</a:t>
            </a:r>
            <a:r>
              <a:rPr lang="zh-TW" altLang="en-US" dirty="0"/>
              <a:t>的包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296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用檔案讀寫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windump</a:t>
            </a:r>
            <a:r>
              <a:rPr lang="en-US" dirty="0"/>
              <a:t>   -</a:t>
            </a:r>
            <a:r>
              <a:rPr lang="en-US" dirty="0" err="1"/>
              <a:t>i</a:t>
            </a:r>
            <a:r>
              <a:rPr lang="en-US" dirty="0"/>
              <a:t> 1 -w c:\test\testfile.pcap</a:t>
            </a:r>
          </a:p>
          <a:p>
            <a:pPr marL="0" indent="0">
              <a:buNone/>
            </a:pPr>
            <a:r>
              <a:rPr lang="zh-TW" altLang="en-US" dirty="0"/>
              <a:t>把一號網路設備的監聽內容寫成檔名為 </a:t>
            </a:r>
            <a:r>
              <a:rPr lang="en-US" altLang="zh-TW" dirty="0" err="1"/>
              <a:t>testfile</a:t>
            </a:r>
            <a:r>
              <a:rPr lang="zh-TW" altLang="en-US" dirty="0"/>
              <a:t> 的 </a:t>
            </a:r>
            <a:r>
              <a:rPr lang="en-US" altLang="zh-TW" dirty="0"/>
              <a:t>.</a:t>
            </a:r>
            <a:r>
              <a:rPr lang="en-US" altLang="zh-TW" dirty="0" err="1"/>
              <a:t>pcap</a:t>
            </a:r>
            <a:r>
              <a:rPr lang="zh-TW" altLang="en-US" dirty="0"/>
              <a:t> 檔</a:t>
            </a:r>
            <a:r>
              <a:rPr lang="en-US" altLang="zh-TW" dirty="0"/>
              <a:t> </a:t>
            </a:r>
          </a:p>
          <a:p>
            <a:pPr marL="0" indent="0">
              <a:buNone/>
            </a:pPr>
            <a:r>
              <a:rPr lang="zh-TW" altLang="en-US" dirty="0"/>
              <a:t>存在</a:t>
            </a:r>
            <a:r>
              <a:rPr lang="en-US" altLang="zh-TW" dirty="0"/>
              <a:t>C</a:t>
            </a:r>
            <a:r>
              <a:rPr lang="zh-TW" altLang="en-US" dirty="0"/>
              <a:t>槽的</a:t>
            </a:r>
            <a:r>
              <a:rPr lang="en-US" altLang="zh-TW" dirty="0"/>
              <a:t>test</a:t>
            </a:r>
            <a:r>
              <a:rPr lang="zh-TW" altLang="en-US" dirty="0"/>
              <a:t>目錄下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2. </a:t>
            </a:r>
            <a:r>
              <a:rPr lang="en-US" altLang="zh-TW" dirty="0" err="1"/>
              <a:t>windump</a:t>
            </a:r>
            <a:r>
              <a:rPr lang="en-US" altLang="zh-TW" dirty="0"/>
              <a:t> –r </a:t>
            </a:r>
            <a:r>
              <a:rPr lang="en-US" dirty="0"/>
              <a:t>c:\test\testfile.pcap</a:t>
            </a:r>
          </a:p>
          <a:p>
            <a:pPr marL="0" indent="0">
              <a:buNone/>
            </a:pPr>
            <a:r>
              <a:rPr lang="zh-TW" altLang="en-US" dirty="0"/>
              <a:t>讀</a:t>
            </a:r>
            <a:r>
              <a:rPr lang="en-US" altLang="zh-TW" dirty="0"/>
              <a:t>1.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28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0B17B0-D5AF-4E8C-94F9-0525578F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Iperf</a:t>
            </a:r>
            <a:r>
              <a:rPr lang="en-US" altLang="zh-TW" dirty="0"/>
              <a:t> 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493CFA-9019-4265-8E68-7951C242F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選擇與你的</a:t>
            </a:r>
            <a:r>
              <a:rPr lang="en-US" altLang="zh-TW" dirty="0"/>
              <a:t>OS</a:t>
            </a:r>
            <a:r>
              <a:rPr lang="zh-TW" altLang="en-US" dirty="0"/>
              <a:t>相符的版本</a:t>
            </a:r>
            <a:endParaRPr lang="en-US" altLang="zh-TW" dirty="0"/>
          </a:p>
          <a:p>
            <a:r>
              <a:rPr lang="en-US" altLang="zh-TW" dirty="0">
                <a:hlinkClick r:id="rId2"/>
              </a:rPr>
              <a:t>https://iperf.fr/iperf-download.php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接下來你需要兩台電腦</a:t>
            </a:r>
            <a:endParaRPr lang="en-US" altLang="zh-TW" dirty="0"/>
          </a:p>
          <a:p>
            <a:r>
              <a:rPr lang="zh-TW" altLang="en-US" dirty="0"/>
              <a:t>與</a:t>
            </a:r>
            <a:r>
              <a:rPr lang="en-US" altLang="zh-TW" dirty="0" err="1"/>
              <a:t>windump</a:t>
            </a:r>
            <a:r>
              <a:rPr lang="en-US" altLang="zh-TW" dirty="0"/>
              <a:t> </a:t>
            </a:r>
            <a:r>
              <a:rPr lang="zh-TW" altLang="en-US" dirty="0"/>
              <a:t>一樣開啟命令提示字元</a:t>
            </a:r>
            <a:endParaRPr lang="en-US" altLang="zh-TW" dirty="0"/>
          </a:p>
          <a:p>
            <a:r>
              <a:rPr lang="zh-TW" altLang="en-US" dirty="0"/>
              <a:t>一台做</a:t>
            </a:r>
            <a:r>
              <a:rPr lang="en-US" altLang="zh-TW" dirty="0"/>
              <a:t>SERVER:</a:t>
            </a:r>
            <a:r>
              <a:rPr lang="zh-TW" altLang="en-US" dirty="0"/>
              <a:t> </a:t>
            </a:r>
            <a:r>
              <a:rPr lang="en-US" altLang="zh-TW" dirty="0" err="1"/>
              <a:t>iperf</a:t>
            </a:r>
            <a:r>
              <a:rPr lang="zh-TW" altLang="en-US" dirty="0"/>
              <a:t> </a:t>
            </a:r>
            <a:r>
              <a:rPr lang="en-US" altLang="zh-TW" dirty="0"/>
              <a:t> –s</a:t>
            </a:r>
          </a:p>
          <a:p>
            <a:r>
              <a:rPr lang="zh-TW" altLang="en-US" dirty="0"/>
              <a:t>一台做終端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iperf</a:t>
            </a:r>
            <a:r>
              <a:rPr lang="zh-TW" altLang="en-US" dirty="0"/>
              <a:t> </a:t>
            </a:r>
            <a:r>
              <a:rPr lang="en-US" altLang="zh-TW" dirty="0"/>
              <a:t> –c</a:t>
            </a:r>
          </a:p>
          <a:p>
            <a:r>
              <a:rPr lang="en-US" altLang="zh-TW" dirty="0"/>
              <a:t>//SERVER</a:t>
            </a:r>
            <a:r>
              <a:rPr lang="zh-TW" altLang="en-US" dirty="0"/>
              <a:t> 端要先啟動</a:t>
            </a:r>
          </a:p>
        </p:txBody>
      </p:sp>
    </p:spTree>
    <p:extLst>
      <p:ext uri="{BB962C8B-B14F-4D97-AF65-F5344CB8AC3E}">
        <p14:creationId xmlns:p14="http://schemas.microsoft.com/office/powerpoint/2010/main" val="1785824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125255-F1DC-4CDD-BCD8-9CC3A474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SERVER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7782C77-3132-4A9E-84F5-44632E115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97461"/>
            <a:ext cx="7634287" cy="466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78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979DC9-6333-4755-BC95-EBA1C64F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Client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A58C3F4-6761-4AB0-B3D1-B6ADA7846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-c 192.168.3.58   //Server</a:t>
            </a:r>
            <a:r>
              <a:rPr lang="zh-TW" altLang="en-US" dirty="0"/>
              <a:t>端的</a:t>
            </a:r>
            <a:r>
              <a:rPr lang="en-US" altLang="zh-TW" dirty="0"/>
              <a:t>IP</a:t>
            </a:r>
            <a:endParaRPr lang="zh-TW" altLang="en-US" dirty="0"/>
          </a:p>
          <a:p>
            <a:r>
              <a:rPr lang="zh-TW" altLang="en-US" dirty="0"/>
              <a:t> </a:t>
            </a:r>
          </a:p>
          <a:p>
            <a:r>
              <a:rPr lang="en-US" altLang="zh-TW" dirty="0"/>
              <a:t>-w 100M          //</a:t>
            </a:r>
            <a:r>
              <a:rPr lang="zh-TW" altLang="en-US" dirty="0"/>
              <a:t>測試的檔案大小</a:t>
            </a:r>
          </a:p>
          <a:p>
            <a:r>
              <a:rPr lang="zh-TW" altLang="en-US" dirty="0"/>
              <a:t> </a:t>
            </a:r>
          </a:p>
          <a:p>
            <a:r>
              <a:rPr lang="en-US" altLang="zh-TW" dirty="0"/>
              <a:t>-t  120             //</a:t>
            </a:r>
            <a:r>
              <a:rPr lang="zh-TW" altLang="en-US" dirty="0"/>
              <a:t>監視測量數據時間為</a:t>
            </a:r>
            <a:r>
              <a:rPr lang="en-US" altLang="zh-TW" dirty="0"/>
              <a:t>120</a:t>
            </a:r>
            <a:r>
              <a:rPr lang="zh-TW" altLang="en-US" dirty="0"/>
              <a:t>秒</a:t>
            </a:r>
          </a:p>
          <a:p>
            <a:r>
              <a:rPr lang="zh-TW" altLang="en-US" dirty="0"/>
              <a:t> </a:t>
            </a:r>
          </a:p>
          <a:p>
            <a:r>
              <a:rPr lang="en-US" altLang="zh-TW" dirty="0"/>
              <a:t>-</a:t>
            </a:r>
            <a:r>
              <a:rPr lang="en-US" altLang="zh-TW" dirty="0" err="1"/>
              <a:t>i</a:t>
            </a:r>
            <a:r>
              <a:rPr lang="en-US" altLang="zh-TW" dirty="0"/>
              <a:t>  10              //</a:t>
            </a:r>
            <a:r>
              <a:rPr lang="zh-TW" altLang="en-US" dirty="0"/>
              <a:t>每隔</a:t>
            </a:r>
            <a:r>
              <a:rPr lang="en-US" altLang="zh-TW" dirty="0"/>
              <a:t>10</a:t>
            </a:r>
            <a:r>
              <a:rPr lang="zh-TW" altLang="en-US" dirty="0"/>
              <a:t>秒將數據顯示出來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2975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D8F092-5B09-4A02-9C0C-191E1BCE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14B9175-EDDB-42E5-B84D-6E0AE6B8C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120" y="457200"/>
            <a:ext cx="10458600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08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A1777-AFBF-4FC4-8C08-3313DF11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545354-64A7-49D4-A667-0E32BFF4C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120</a:t>
            </a:r>
            <a:r>
              <a:rPr lang="zh-TW" altLang="en-US" dirty="0"/>
              <a:t>秒內傳了</a:t>
            </a:r>
            <a:r>
              <a:rPr lang="en-US" altLang="zh-TW" dirty="0"/>
              <a:t>9.28G</a:t>
            </a:r>
          </a:p>
          <a:p>
            <a:r>
              <a:rPr lang="zh-TW" altLang="en-US" dirty="0"/>
              <a:t>平均速度  每秒 </a:t>
            </a:r>
            <a:r>
              <a:rPr lang="en-US" altLang="zh-TW" dirty="0"/>
              <a:t>657</a:t>
            </a:r>
            <a:r>
              <a:rPr lang="zh-TW" altLang="en-US" dirty="0"/>
              <a:t> </a:t>
            </a:r>
            <a:r>
              <a:rPr lang="en-US" altLang="zh-TW" dirty="0"/>
              <a:t>MB</a:t>
            </a:r>
          </a:p>
          <a:p>
            <a:r>
              <a:rPr lang="zh-TW" altLang="en-US" dirty="0"/>
              <a:t>也就是說對於 </a:t>
            </a:r>
            <a:r>
              <a:rPr lang="en-US" altLang="zh-TW" dirty="0"/>
              <a:t>1G</a:t>
            </a:r>
            <a:r>
              <a:rPr lang="zh-TW" altLang="en-US" dirty="0"/>
              <a:t> 頻寬的內部網路來說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zh-TW" altLang="en-US" dirty="0"/>
              <a:t>兩點之間頻寬使用率大約是 </a:t>
            </a:r>
            <a:r>
              <a:rPr lang="en-US" altLang="zh-TW" dirty="0"/>
              <a:t>65%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5261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AB9A99-6684-434C-B367-7FAFBE05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E0AC29AA-EB4A-4B9A-8D6B-43BB3EBC3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02" y="384922"/>
            <a:ext cx="10027840" cy="62957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B0EA8A89-B828-4DCE-86FD-824B337F2163}"/>
                  </a:ext>
                </a:extLst>
              </p14:cNvPr>
              <p14:cNvContentPartPr/>
              <p14:nvPr/>
            </p14:nvContentPartPr>
            <p14:xfrm>
              <a:off x="3387152" y="5729033"/>
              <a:ext cx="3070080" cy="939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B0EA8A89-B828-4DCE-86FD-824B337F21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1032" y="5722913"/>
                <a:ext cx="3082320" cy="10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7435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5761DF-361D-419E-806E-430C974A3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62500" lnSpcReduction="20000"/>
          </a:bodyPr>
          <a:lstStyle/>
          <a:p>
            <a:r>
              <a:rPr lang="zh-TW" altLang="en-US" dirty="0"/>
              <a:t>通用參數</a:t>
            </a:r>
            <a:endParaRPr lang="en-US" altLang="zh-TW" dirty="0"/>
          </a:p>
          <a:p>
            <a:endParaRPr lang="zh-TW" altLang="en-US" dirty="0"/>
          </a:p>
          <a:p>
            <a:r>
              <a:rPr lang="en-US" altLang="zh-TW" dirty="0"/>
              <a:t>-f [</a:t>
            </a:r>
            <a:r>
              <a:rPr lang="en-US" altLang="zh-TW" dirty="0" err="1"/>
              <a:t>k|m|K|M</a:t>
            </a:r>
            <a:r>
              <a:rPr lang="en-US" altLang="zh-TW" dirty="0"/>
              <a:t>] </a:t>
            </a:r>
            <a:r>
              <a:rPr lang="zh-TW" altLang="en-US" dirty="0"/>
              <a:t>分別表示以</a:t>
            </a:r>
            <a:r>
              <a:rPr lang="en-US" altLang="zh-TW" dirty="0"/>
              <a:t>Kbits, </a:t>
            </a:r>
            <a:r>
              <a:rPr lang="en-US" altLang="zh-TW" dirty="0" err="1"/>
              <a:t>Mbits</a:t>
            </a:r>
            <a:r>
              <a:rPr lang="en-US" altLang="zh-TW" dirty="0"/>
              <a:t>, </a:t>
            </a:r>
            <a:r>
              <a:rPr lang="en-US" altLang="zh-TW" dirty="0" err="1"/>
              <a:t>KBytes</a:t>
            </a:r>
            <a:r>
              <a:rPr lang="en-US" altLang="zh-TW" dirty="0"/>
              <a:t>, </a:t>
            </a:r>
            <a:r>
              <a:rPr lang="en-US" altLang="zh-TW" dirty="0" err="1"/>
              <a:t>MBytes</a:t>
            </a:r>
            <a:r>
              <a:rPr lang="zh-TW" altLang="en-US" dirty="0"/>
              <a:t>顯示報告，預設以</a:t>
            </a:r>
            <a:r>
              <a:rPr lang="en-US" altLang="zh-TW" dirty="0" err="1"/>
              <a:t>Mbits</a:t>
            </a:r>
            <a:r>
              <a:rPr lang="zh-TW" altLang="en-US" dirty="0"/>
              <a:t>為單位</a:t>
            </a:r>
            <a:r>
              <a:rPr lang="en-US" altLang="zh-TW" dirty="0"/>
              <a:t>,</a:t>
            </a:r>
            <a:r>
              <a:rPr lang="en-US" altLang="zh-TW" dirty="0" err="1"/>
              <a:t>eg:iperf</a:t>
            </a:r>
            <a:r>
              <a:rPr lang="en-US" altLang="zh-TW" dirty="0"/>
              <a:t> -c 222.35.11.23 -f K</a:t>
            </a:r>
            <a:br>
              <a:rPr lang="en-US" altLang="zh-TW" dirty="0"/>
            </a:br>
            <a:r>
              <a:rPr lang="en-US" altLang="zh-TW" dirty="0"/>
              <a:t>-</a:t>
            </a:r>
            <a:r>
              <a:rPr lang="en-US" altLang="zh-TW" dirty="0" err="1"/>
              <a:t>i</a:t>
            </a:r>
            <a:r>
              <a:rPr lang="en-US" altLang="zh-TW" dirty="0"/>
              <a:t> sec </a:t>
            </a:r>
            <a:r>
              <a:rPr lang="zh-TW" altLang="en-US" dirty="0"/>
              <a:t>以秒為單位顯示報告間隔，</a:t>
            </a:r>
            <a:r>
              <a:rPr lang="en-US" altLang="zh-TW" dirty="0" err="1"/>
              <a:t>eg:iperf</a:t>
            </a:r>
            <a:r>
              <a:rPr lang="en-US" altLang="zh-TW" dirty="0"/>
              <a:t> -c 222.35.11.23 -</a:t>
            </a:r>
            <a:r>
              <a:rPr lang="en-US" altLang="zh-TW" dirty="0" err="1"/>
              <a:t>i</a:t>
            </a:r>
            <a:r>
              <a:rPr lang="en-US" altLang="zh-TW" dirty="0"/>
              <a:t> 2</a:t>
            </a:r>
            <a:br>
              <a:rPr lang="en-US" altLang="zh-TW" dirty="0"/>
            </a:br>
            <a:r>
              <a:rPr lang="en-US" altLang="zh-TW" dirty="0"/>
              <a:t>-l </a:t>
            </a:r>
            <a:r>
              <a:rPr lang="zh-TW" altLang="en-US" dirty="0"/>
              <a:t>緩衝區大小，預設是</a:t>
            </a:r>
            <a:r>
              <a:rPr lang="en-US" altLang="zh-TW" dirty="0"/>
              <a:t>8KB,eg:iperf -c 222.35.11.23 -l 16</a:t>
            </a:r>
            <a:br>
              <a:rPr lang="en-US" altLang="zh-TW" dirty="0"/>
            </a:br>
            <a:r>
              <a:rPr lang="en-US" altLang="zh-TW" dirty="0"/>
              <a:t>-m </a:t>
            </a:r>
            <a:r>
              <a:rPr lang="zh-TW" altLang="en-US" dirty="0"/>
              <a:t>顯示</a:t>
            </a:r>
            <a:r>
              <a:rPr lang="en-US" altLang="zh-TW" dirty="0" err="1"/>
              <a:t>tcp</a:t>
            </a:r>
            <a:r>
              <a:rPr lang="zh-TW" altLang="en-US" dirty="0"/>
              <a:t>最大</a:t>
            </a:r>
            <a:r>
              <a:rPr lang="en-US" altLang="zh-TW" dirty="0" err="1"/>
              <a:t>mtu</a:t>
            </a:r>
            <a:r>
              <a:rPr lang="zh-TW" altLang="en-US" dirty="0"/>
              <a:t>值</a:t>
            </a:r>
            <a:br>
              <a:rPr lang="zh-TW" altLang="en-US" dirty="0"/>
            </a:br>
            <a:r>
              <a:rPr lang="en-US" altLang="zh-TW" dirty="0"/>
              <a:t>-o </a:t>
            </a:r>
            <a:r>
              <a:rPr lang="zh-TW" altLang="en-US" dirty="0"/>
              <a:t>將報告和錯誤信息輸出到檔案</a:t>
            </a:r>
            <a:r>
              <a:rPr lang="en-US" altLang="zh-TW" dirty="0" err="1"/>
              <a:t>eg:iperf</a:t>
            </a:r>
            <a:r>
              <a:rPr lang="en-US" altLang="zh-TW" dirty="0"/>
              <a:t> -c 222.35.11.23 -o c:\iperflog.txt</a:t>
            </a:r>
            <a:br>
              <a:rPr lang="en-US" altLang="zh-TW" dirty="0"/>
            </a:br>
            <a:r>
              <a:rPr lang="en-US" altLang="zh-TW" dirty="0"/>
              <a:t>-p </a:t>
            </a:r>
            <a:r>
              <a:rPr lang="zh-TW" altLang="en-US" dirty="0"/>
              <a:t>指定服務器端使用的端口或客戶端所連接的端口</a:t>
            </a:r>
            <a:r>
              <a:rPr lang="en-US" altLang="zh-TW" dirty="0" err="1"/>
              <a:t>eg:iperf</a:t>
            </a:r>
            <a:r>
              <a:rPr lang="en-US" altLang="zh-TW" dirty="0"/>
              <a:t> -s -p 9999;iperf -c 222.35.11.23 -p 9999</a:t>
            </a:r>
            <a:br>
              <a:rPr lang="en-US" altLang="zh-TW" dirty="0"/>
            </a:br>
            <a:r>
              <a:rPr lang="en-US" altLang="zh-TW" dirty="0"/>
              <a:t>-u </a:t>
            </a:r>
            <a:r>
              <a:rPr lang="zh-TW" altLang="en-US" dirty="0"/>
              <a:t>使用</a:t>
            </a:r>
            <a:r>
              <a:rPr lang="en-US" altLang="zh-TW" dirty="0" err="1"/>
              <a:t>udp</a:t>
            </a:r>
            <a:r>
              <a:rPr lang="zh-TW" altLang="en-US" dirty="0"/>
              <a:t>協議</a:t>
            </a:r>
            <a:br>
              <a:rPr lang="zh-TW" altLang="en-US" dirty="0"/>
            </a:br>
            <a:r>
              <a:rPr lang="en-US" altLang="zh-TW" dirty="0"/>
              <a:t>-w </a:t>
            </a:r>
            <a:r>
              <a:rPr lang="zh-TW" altLang="en-US" dirty="0"/>
              <a:t>指定</a:t>
            </a:r>
            <a:r>
              <a:rPr lang="en-US" altLang="zh-TW" dirty="0"/>
              <a:t>TCP</a:t>
            </a:r>
            <a:r>
              <a:rPr lang="zh-TW" altLang="en-US" dirty="0"/>
              <a:t>窗口大小，預設是</a:t>
            </a:r>
            <a:r>
              <a:rPr lang="en-US" altLang="zh-TW" dirty="0"/>
              <a:t>8KB</a:t>
            </a:r>
            <a:br>
              <a:rPr lang="en-US" altLang="zh-TW" dirty="0"/>
            </a:br>
            <a:r>
              <a:rPr lang="en-US" altLang="zh-TW" dirty="0"/>
              <a:t>-B </a:t>
            </a:r>
            <a:r>
              <a:rPr lang="zh-TW" altLang="en-US" dirty="0"/>
              <a:t>綁定一個主機地址或通訊埠（當主機有多個地址或通訊埠時使用該參數）</a:t>
            </a:r>
            <a:br>
              <a:rPr lang="zh-TW" altLang="en-US" dirty="0"/>
            </a:br>
            <a:r>
              <a:rPr lang="en-US" altLang="zh-TW" dirty="0"/>
              <a:t>-C </a:t>
            </a:r>
            <a:r>
              <a:rPr lang="zh-TW" altLang="en-US" dirty="0"/>
              <a:t>兼容舊版本（當</a:t>
            </a:r>
            <a:r>
              <a:rPr lang="en-US" altLang="zh-TW" dirty="0"/>
              <a:t>server</a:t>
            </a:r>
            <a:r>
              <a:rPr lang="zh-TW" altLang="en-US" dirty="0"/>
              <a:t>端和</a:t>
            </a:r>
            <a:r>
              <a:rPr lang="en-US" altLang="zh-TW" dirty="0"/>
              <a:t>client</a:t>
            </a:r>
            <a:r>
              <a:rPr lang="zh-TW" altLang="en-US" dirty="0"/>
              <a:t>端版本不一樣時使用）</a:t>
            </a:r>
            <a:br>
              <a:rPr lang="zh-TW" altLang="en-US" dirty="0"/>
            </a:br>
            <a:r>
              <a:rPr lang="en-US" altLang="zh-TW" dirty="0"/>
              <a:t>-M </a:t>
            </a:r>
            <a:r>
              <a:rPr lang="zh-TW" altLang="en-US" dirty="0"/>
              <a:t>設定</a:t>
            </a:r>
            <a:r>
              <a:rPr lang="en-US" altLang="zh-TW" dirty="0"/>
              <a:t>TCP</a:t>
            </a:r>
            <a:r>
              <a:rPr lang="zh-TW" altLang="en-US" dirty="0"/>
              <a:t>資料封包的最大</a:t>
            </a:r>
            <a:r>
              <a:rPr lang="en-US" altLang="zh-TW" dirty="0" err="1"/>
              <a:t>mtu</a:t>
            </a:r>
            <a:r>
              <a:rPr lang="zh-TW" altLang="en-US" dirty="0"/>
              <a:t>值</a:t>
            </a:r>
            <a:br>
              <a:rPr lang="zh-TW" altLang="en-US" dirty="0"/>
            </a:br>
            <a:r>
              <a:rPr lang="en-US" altLang="zh-TW" dirty="0"/>
              <a:t>-N </a:t>
            </a:r>
            <a:r>
              <a:rPr lang="zh-TW" altLang="en-US" dirty="0"/>
              <a:t>設定</a:t>
            </a:r>
            <a:r>
              <a:rPr lang="en-US" altLang="zh-TW" dirty="0"/>
              <a:t>TCP</a:t>
            </a:r>
            <a:r>
              <a:rPr lang="zh-TW" altLang="en-US" dirty="0"/>
              <a:t>不延時</a:t>
            </a:r>
            <a:br>
              <a:rPr lang="zh-TW" altLang="en-US" dirty="0"/>
            </a:br>
            <a:r>
              <a:rPr lang="en-US" altLang="zh-TW" dirty="0"/>
              <a:t>-V </a:t>
            </a:r>
            <a:r>
              <a:rPr lang="zh-TW" altLang="en-US" dirty="0"/>
              <a:t>傳輸</a:t>
            </a:r>
            <a:r>
              <a:rPr lang="en-US" altLang="zh-TW" dirty="0"/>
              <a:t>ipv6</a:t>
            </a:r>
            <a:r>
              <a:rPr lang="zh-TW" altLang="en-US" dirty="0"/>
              <a:t>資料封包</a:t>
            </a:r>
            <a:br>
              <a:rPr lang="zh-TW" altLang="en-US" dirty="0"/>
            </a:br>
            <a:endParaRPr lang="zh-TW" altLang="en-US" dirty="0"/>
          </a:p>
          <a:p>
            <a:r>
              <a:rPr lang="en-US" altLang="zh-TW" dirty="0"/>
              <a:t>server</a:t>
            </a:r>
            <a:r>
              <a:rPr lang="zh-TW" altLang="en-US" dirty="0"/>
              <a:t>專用參數</a:t>
            </a:r>
            <a:br>
              <a:rPr lang="zh-TW" altLang="en-US" dirty="0"/>
            </a:br>
            <a:endParaRPr lang="zh-TW" altLang="en-US" dirty="0"/>
          </a:p>
          <a:p>
            <a:r>
              <a:rPr lang="en-US" altLang="zh-TW" dirty="0"/>
              <a:t>-D </a:t>
            </a:r>
            <a:r>
              <a:rPr lang="zh-TW" altLang="en-US" dirty="0"/>
              <a:t>以服務方式運行</a:t>
            </a:r>
            <a:r>
              <a:rPr lang="en-US" altLang="zh-TW" dirty="0" err="1"/>
              <a:t>ipserf</a:t>
            </a:r>
            <a:r>
              <a:rPr lang="zh-TW" altLang="en-US" dirty="0"/>
              <a:t>，</a:t>
            </a:r>
            <a:r>
              <a:rPr lang="en-US" altLang="zh-TW" dirty="0" err="1"/>
              <a:t>eg:iperf</a:t>
            </a:r>
            <a:r>
              <a:rPr lang="en-US" altLang="zh-TW" dirty="0"/>
              <a:t> -s -D</a:t>
            </a:r>
            <a:br>
              <a:rPr lang="en-US" altLang="zh-TW" dirty="0"/>
            </a:br>
            <a:r>
              <a:rPr lang="en-US" altLang="zh-TW" dirty="0"/>
              <a:t>-R </a:t>
            </a:r>
            <a:r>
              <a:rPr lang="zh-TW" altLang="en-US" dirty="0"/>
              <a:t>停止</a:t>
            </a:r>
            <a:r>
              <a:rPr lang="en-US" altLang="zh-TW" dirty="0" err="1"/>
              <a:t>iperf</a:t>
            </a:r>
            <a:r>
              <a:rPr lang="zh-TW" altLang="en-US" dirty="0"/>
              <a:t>服務，針對</a:t>
            </a:r>
            <a:r>
              <a:rPr lang="en-US" altLang="zh-TW" dirty="0"/>
              <a:t>-D</a:t>
            </a:r>
            <a:r>
              <a:rPr lang="zh-TW" altLang="en-US" dirty="0"/>
              <a:t>，</a:t>
            </a:r>
            <a:r>
              <a:rPr lang="en-US" altLang="zh-TW" dirty="0" err="1"/>
              <a:t>eg:iperf</a:t>
            </a:r>
            <a:r>
              <a:rPr lang="en-US" altLang="zh-TW" dirty="0"/>
              <a:t> -s -R</a:t>
            </a:r>
            <a:br>
              <a:rPr lang="en-US" altLang="zh-TW" dirty="0"/>
            </a:br>
            <a:r>
              <a:rPr lang="zh-TW" altLang="en-US" dirty="0"/>
              <a:t> </a:t>
            </a:r>
          </a:p>
          <a:p>
            <a:r>
              <a:rPr lang="en-US" altLang="zh-TW" dirty="0"/>
              <a:t>client</a:t>
            </a:r>
            <a:r>
              <a:rPr lang="zh-TW" altLang="en-US" dirty="0"/>
              <a:t>端專用參數</a:t>
            </a:r>
            <a:br>
              <a:rPr lang="zh-TW" altLang="en-US" dirty="0"/>
            </a:br>
            <a:r>
              <a:rPr lang="zh-TW" altLang="en-US" dirty="0"/>
              <a:t> </a:t>
            </a:r>
          </a:p>
          <a:p>
            <a:r>
              <a:rPr lang="en-US" altLang="zh-TW" dirty="0"/>
              <a:t>-d </a:t>
            </a:r>
            <a:r>
              <a:rPr lang="zh-TW" altLang="en-US" dirty="0"/>
              <a:t>同時進行雙向傳輸測試</a:t>
            </a:r>
            <a:br>
              <a:rPr lang="zh-TW" altLang="en-US" dirty="0"/>
            </a:br>
            <a:r>
              <a:rPr lang="en-US" altLang="zh-TW" dirty="0"/>
              <a:t>-n </a:t>
            </a:r>
            <a:r>
              <a:rPr lang="zh-TW" altLang="en-US" dirty="0"/>
              <a:t>指定傳輸的位元組數，</a:t>
            </a:r>
            <a:r>
              <a:rPr lang="en-US" altLang="zh-TW" dirty="0" err="1"/>
              <a:t>eg</a:t>
            </a:r>
            <a:r>
              <a:rPr lang="en-US" altLang="zh-TW" dirty="0"/>
              <a:t>: </a:t>
            </a:r>
            <a:r>
              <a:rPr lang="en-US" altLang="zh-TW" dirty="0" err="1"/>
              <a:t>iperf</a:t>
            </a:r>
            <a:r>
              <a:rPr lang="en-US" altLang="zh-TW" dirty="0"/>
              <a:t> -c 222.35.11.23 -n 100000</a:t>
            </a:r>
            <a:br>
              <a:rPr lang="en-US" altLang="zh-TW" dirty="0"/>
            </a:br>
            <a:r>
              <a:rPr lang="en-US" altLang="zh-TW" dirty="0"/>
              <a:t>-r </a:t>
            </a:r>
            <a:r>
              <a:rPr lang="zh-TW" altLang="en-US" dirty="0"/>
              <a:t>單獨進行雙向傳輸測試</a:t>
            </a:r>
            <a:br>
              <a:rPr lang="zh-TW" altLang="en-US" dirty="0"/>
            </a:br>
            <a:r>
              <a:rPr lang="en-US" altLang="zh-TW" dirty="0"/>
              <a:t>-t </a:t>
            </a:r>
            <a:r>
              <a:rPr lang="zh-TW" altLang="en-US" dirty="0"/>
              <a:t>測試時間，預設</a:t>
            </a:r>
            <a:r>
              <a:rPr lang="en-US" altLang="zh-TW" dirty="0"/>
              <a:t>10</a:t>
            </a:r>
            <a:r>
              <a:rPr lang="zh-TW" altLang="en-US" dirty="0"/>
              <a:t>秒</a:t>
            </a:r>
            <a:r>
              <a:rPr lang="en-US" altLang="zh-TW" dirty="0"/>
              <a:t>,</a:t>
            </a:r>
            <a:r>
              <a:rPr lang="en-US" altLang="zh-TW" dirty="0" err="1"/>
              <a:t>eg</a:t>
            </a:r>
            <a:r>
              <a:rPr lang="en-US" altLang="zh-TW" dirty="0"/>
              <a:t>: </a:t>
            </a:r>
            <a:r>
              <a:rPr lang="en-US" altLang="zh-TW" dirty="0" err="1"/>
              <a:t>iperf</a:t>
            </a:r>
            <a:r>
              <a:rPr lang="en-US" altLang="zh-TW" dirty="0"/>
              <a:t> -c 222.35.11.23 -t 5</a:t>
            </a:r>
            <a:br>
              <a:rPr lang="en-US" altLang="zh-TW" dirty="0"/>
            </a:br>
            <a:r>
              <a:rPr lang="en-US" altLang="zh-TW" dirty="0"/>
              <a:t>-F </a:t>
            </a:r>
            <a:r>
              <a:rPr lang="zh-TW" altLang="en-US" dirty="0"/>
              <a:t>指定需要傳輸的檔案</a:t>
            </a:r>
            <a:br>
              <a:rPr lang="zh-TW" altLang="en-US" dirty="0"/>
            </a:br>
            <a:r>
              <a:rPr lang="en-US" altLang="zh-TW" dirty="0"/>
              <a:t>-T </a:t>
            </a:r>
            <a:r>
              <a:rPr lang="zh-TW" altLang="en-US" dirty="0"/>
              <a:t>指定</a:t>
            </a:r>
            <a:r>
              <a:rPr lang="en-US" altLang="zh-TW" dirty="0" err="1"/>
              <a:t>ttl</a:t>
            </a:r>
            <a:r>
              <a:rPr lang="zh-TW" altLang="en-US" dirty="0"/>
              <a:t>值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5702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1961</TotalTime>
  <Words>395</Words>
  <Application>Microsoft Office PowerPoint</Application>
  <PresentationFormat>寬螢幕</PresentationFormat>
  <Paragraphs>74</Paragraphs>
  <Slides>20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新細明體</vt:lpstr>
      <vt:lpstr>Arial</vt:lpstr>
      <vt:lpstr>Calibri</vt:lpstr>
      <vt:lpstr>Calibri Light</vt:lpstr>
      <vt:lpstr>Office 佈景主題</vt:lpstr>
      <vt:lpstr>軟體工程報告-網路測試工具</vt:lpstr>
      <vt:lpstr>介紹的軟體</vt:lpstr>
      <vt:lpstr>選擇WINDUMP &amp; iperf 的理由</vt:lpstr>
      <vt:lpstr>WINDUMP 安裝流程</vt:lpstr>
      <vt:lpstr>開啟命令提示字元 CD到你的資料夾 DIR</vt:lpstr>
      <vt:lpstr>Windump –D 顯示你的網路設備</vt:lpstr>
      <vt:lpstr>windump –i  開始監聽你的第(整數)個設備 or windump 直接監聽你的第一個設備</vt:lpstr>
      <vt:lpstr>按ctrl c 退出監聽 並顯示監聽結果</vt:lpstr>
      <vt:lpstr>windump -i 1 tcp </vt:lpstr>
      <vt:lpstr>windump -i 1 tcp  port 1</vt:lpstr>
      <vt:lpstr>監聽與特定IP之間的封包 –n host</vt:lpstr>
      <vt:lpstr>And or not</vt:lpstr>
      <vt:lpstr>用檔案讀寫</vt:lpstr>
      <vt:lpstr>Iperf 安裝</vt:lpstr>
      <vt:lpstr>SERVER</vt:lpstr>
      <vt:lpstr>Client</vt:lpstr>
      <vt:lpstr>PowerPoint 簡報</vt:lpstr>
      <vt:lpstr>結果</vt:lpstr>
      <vt:lpstr>PowerPoint 簡報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軟體工程報告-網路測試軟體</dc:title>
  <dc:creator>Microsoft</dc:creator>
  <cp:lastModifiedBy>凱明 沈</cp:lastModifiedBy>
  <cp:revision>27</cp:revision>
  <dcterms:created xsi:type="dcterms:W3CDTF">2018-04-14T11:42:42Z</dcterms:created>
  <dcterms:modified xsi:type="dcterms:W3CDTF">2018-04-17T13:26:19Z</dcterms:modified>
</cp:coreProperties>
</file>