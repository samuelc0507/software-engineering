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03" autoAdjust="0"/>
    <p:restoredTop sz="94660"/>
  </p:normalViewPr>
  <p:slideViewPr>
    <p:cSldViewPr snapToGrid="0">
      <p:cViewPr>
        <p:scale>
          <a:sx n="100" d="100"/>
          <a:sy n="100" d="100"/>
        </p:scale>
        <p:origin x="-31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4/15/2018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4/15/2018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Trello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 smtClean="0"/>
              <a:t>張凱程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47448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網址 </a:t>
            </a:r>
            <a:r>
              <a:rPr lang="en-US" altLang="zh-TW" dirty="0" smtClean="0"/>
              <a:t>-</a:t>
            </a:r>
            <a:r>
              <a:rPr lang="zh-TW" altLang="en-US" dirty="0" smtClean="0"/>
              <a:t> </a:t>
            </a:r>
            <a:r>
              <a:rPr lang="en-US" altLang="zh-TW" dirty="0"/>
              <a:t>https://trello.com</a:t>
            </a:r>
            <a:r>
              <a:rPr lang="zh-TW" altLang="en-US" dirty="0"/>
              <a:t/>
            </a:r>
            <a:br>
              <a:rPr lang="zh-TW" altLang="en-US" dirty="0"/>
            </a:b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1368988"/>
            <a:ext cx="8627146" cy="467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4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註冊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1291596"/>
            <a:ext cx="8770021" cy="475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222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介面</a:t>
            </a:r>
            <a:r>
              <a:rPr lang="en-US" altLang="zh-TW" dirty="0" smtClean="0"/>
              <a:t>-(1/2)</a:t>
            </a:r>
            <a:endParaRPr lang="zh-TW" altLang="en-US" dirty="0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1304926"/>
            <a:ext cx="8745414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1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介面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1322554"/>
            <a:ext cx="8712871" cy="47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7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新增列表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1291596"/>
            <a:ext cx="8770021" cy="475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487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新增工作卡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1428750"/>
            <a:ext cx="8516814" cy="461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55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工作卡內容</a:t>
            </a:r>
            <a:endParaRPr lang="zh-TW" alt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1276118"/>
            <a:ext cx="8798596" cy="476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5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Checklist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2160588"/>
            <a:ext cx="716572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9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DueDate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2160588"/>
            <a:ext cx="716572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18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3154" y="1247776"/>
            <a:ext cx="8850922" cy="479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68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3318858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</TotalTime>
  <Words>29</Words>
  <Application>Microsoft Office PowerPoint</Application>
  <PresentationFormat>寬螢幕</PresentationFormat>
  <Paragraphs>12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微軟正黑體</vt:lpstr>
      <vt:lpstr>Arial</vt:lpstr>
      <vt:lpstr>Trebuchet MS</vt:lpstr>
      <vt:lpstr>Wingdings 3</vt:lpstr>
      <vt:lpstr>多面向</vt:lpstr>
      <vt:lpstr>Trello</vt:lpstr>
      <vt:lpstr>網址 - https://trello.com </vt:lpstr>
      <vt:lpstr>註冊</vt:lpstr>
      <vt:lpstr>介面-(1/2)</vt:lpstr>
      <vt:lpstr>介面(2/2)</vt:lpstr>
      <vt:lpstr>新增列表</vt:lpstr>
      <vt:lpstr>新增工作卡</vt:lpstr>
      <vt:lpstr>工作卡內容</vt:lpstr>
      <vt:lpstr>Checklist</vt:lpstr>
      <vt:lpstr>DueDate</vt:lpstr>
      <vt:lpstr>PowerPoint 簡報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Trello</dc:title>
  <dc:creator>凱程 張</dc:creator>
  <cp:lastModifiedBy>凱程 張</cp:lastModifiedBy>
  <cp:revision>6</cp:revision>
  <dcterms:created xsi:type="dcterms:W3CDTF">2018-04-15T13:19:53Z</dcterms:created>
  <dcterms:modified xsi:type="dcterms:W3CDTF">2018-04-15T14:42:43Z</dcterms:modified>
</cp:coreProperties>
</file>